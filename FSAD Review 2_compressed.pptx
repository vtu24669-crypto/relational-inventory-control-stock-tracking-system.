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60826" y="302209"/>
            <a:ext cx="11092815" cy="8098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88794" y="2515702"/>
            <a:ext cx="14929485" cy="4933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4239" y="341719"/>
            <a:ext cx="4446493" cy="121580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244344" y="1632966"/>
            <a:ext cx="14152880" cy="512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 spc="-65" b="1">
                <a:latin typeface="Cambria"/>
                <a:cs typeface="Cambria"/>
              </a:rPr>
              <a:t>Vel</a:t>
            </a:r>
            <a:r>
              <a:rPr dirty="0" sz="3200" spc="-110" b="1">
                <a:latin typeface="Cambria"/>
                <a:cs typeface="Cambria"/>
              </a:rPr>
              <a:t> </a:t>
            </a:r>
            <a:r>
              <a:rPr dirty="0" sz="3200" spc="-60" b="1">
                <a:latin typeface="Cambria"/>
                <a:cs typeface="Cambria"/>
              </a:rPr>
              <a:t>Tech</a:t>
            </a:r>
            <a:r>
              <a:rPr dirty="0" sz="3200" spc="-114" b="1">
                <a:latin typeface="Cambria"/>
                <a:cs typeface="Cambria"/>
              </a:rPr>
              <a:t> </a:t>
            </a:r>
            <a:r>
              <a:rPr dirty="0" sz="3200" spc="-10" b="1">
                <a:latin typeface="Cambria"/>
                <a:cs typeface="Cambria"/>
              </a:rPr>
              <a:t>Rangarajan</a:t>
            </a:r>
            <a:r>
              <a:rPr dirty="0" sz="3200" spc="-85" b="1">
                <a:latin typeface="Cambria"/>
                <a:cs typeface="Cambria"/>
              </a:rPr>
              <a:t> </a:t>
            </a:r>
            <a:r>
              <a:rPr dirty="0" sz="3200" spc="-100" b="1">
                <a:latin typeface="Cambria"/>
                <a:cs typeface="Cambria"/>
              </a:rPr>
              <a:t>Dr.</a:t>
            </a:r>
            <a:r>
              <a:rPr dirty="0" sz="3200" spc="-75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Sagunthala</a:t>
            </a:r>
            <a:r>
              <a:rPr dirty="0" sz="3200" spc="-5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R&amp;D</a:t>
            </a:r>
            <a:r>
              <a:rPr dirty="0" sz="3200" spc="-12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Institute</a:t>
            </a:r>
            <a:r>
              <a:rPr dirty="0" sz="3200" spc="-6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of</a:t>
            </a:r>
            <a:r>
              <a:rPr dirty="0" sz="3200" spc="-11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Science</a:t>
            </a:r>
            <a:r>
              <a:rPr dirty="0" sz="3200" spc="-8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and</a:t>
            </a:r>
            <a:r>
              <a:rPr dirty="0" sz="3200" spc="-90" b="1">
                <a:latin typeface="Cambria"/>
                <a:cs typeface="Cambria"/>
              </a:rPr>
              <a:t> </a:t>
            </a:r>
            <a:r>
              <a:rPr dirty="0" sz="3200" spc="-10" b="1"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161656" y="2117852"/>
            <a:ext cx="432117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dirty="0" sz="3600" spc="-75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360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dirty="0" sz="3600" spc="-85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3600" spc="-1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2718" y="7740680"/>
            <a:ext cx="7525384" cy="1398270"/>
          </a:xfrm>
          <a:prstGeom prst="rect">
            <a:avLst/>
          </a:prstGeom>
        </p:spPr>
        <p:txBody>
          <a:bodyPr wrap="square" lIns="0" tIns="241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dirty="0" sz="3000" b="1">
                <a:latin typeface="Times New Roman"/>
                <a:cs typeface="Times New Roman"/>
              </a:rPr>
              <a:t>Presented</a:t>
            </a:r>
            <a:r>
              <a:rPr dirty="0" sz="3000" spc="-130" b="1">
                <a:latin typeface="Times New Roman"/>
                <a:cs typeface="Times New Roman"/>
              </a:rPr>
              <a:t> </a:t>
            </a:r>
            <a:r>
              <a:rPr dirty="0" sz="3000" spc="-25" b="1">
                <a:latin typeface="Times New Roman"/>
                <a:cs typeface="Times New Roman"/>
              </a:rPr>
              <a:t>By: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dirty="0" sz="3000">
                <a:latin typeface="Cambria"/>
                <a:cs typeface="Cambria"/>
              </a:rPr>
              <a:t>Laga</a:t>
            </a:r>
            <a:r>
              <a:rPr dirty="0" sz="3000" spc="-60">
                <a:latin typeface="Cambria"/>
                <a:cs typeface="Cambria"/>
              </a:rPr>
              <a:t> </a:t>
            </a:r>
            <a:r>
              <a:rPr dirty="0" sz="3000" spc="-20">
                <a:latin typeface="Cambria"/>
                <a:cs typeface="Cambria"/>
              </a:rPr>
              <a:t>Adinarayana</a:t>
            </a:r>
            <a:r>
              <a:rPr dirty="0" sz="3000" spc="-90">
                <a:latin typeface="Cambria"/>
                <a:cs typeface="Cambria"/>
              </a:rPr>
              <a:t> </a:t>
            </a:r>
            <a:r>
              <a:rPr dirty="0" sz="3000">
                <a:latin typeface="Cambria"/>
                <a:cs typeface="Cambria"/>
              </a:rPr>
              <a:t>–</a:t>
            </a:r>
            <a:r>
              <a:rPr dirty="0" sz="3000" spc="-70">
                <a:latin typeface="Cambria"/>
                <a:cs typeface="Cambria"/>
              </a:rPr>
              <a:t> </a:t>
            </a:r>
            <a:r>
              <a:rPr dirty="0" sz="3000">
                <a:latin typeface="Cambria"/>
                <a:cs typeface="Cambria"/>
              </a:rPr>
              <a:t>VTU26080</a:t>
            </a:r>
            <a:r>
              <a:rPr dirty="0" sz="3000" spc="-15">
                <a:latin typeface="Cambria"/>
                <a:cs typeface="Cambria"/>
              </a:rPr>
              <a:t> </a:t>
            </a:r>
            <a:r>
              <a:rPr dirty="0" sz="3000">
                <a:latin typeface="Cambria"/>
                <a:cs typeface="Cambria"/>
              </a:rPr>
              <a:t>–</a:t>
            </a:r>
            <a:r>
              <a:rPr dirty="0" sz="3000" spc="-70">
                <a:latin typeface="Cambria"/>
                <a:cs typeface="Cambria"/>
              </a:rPr>
              <a:t> </a:t>
            </a:r>
            <a:r>
              <a:rPr dirty="0" sz="3000" spc="-10">
                <a:latin typeface="Cambria"/>
                <a:cs typeface="Cambria"/>
              </a:rPr>
              <a:t>23UECS0790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51972" y="7369509"/>
            <a:ext cx="6076315" cy="2084070"/>
          </a:xfrm>
          <a:prstGeom prst="rect">
            <a:avLst/>
          </a:prstGeom>
        </p:spPr>
        <p:txBody>
          <a:bodyPr wrap="square" lIns="0" tIns="241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dirty="0" sz="3000" b="1">
                <a:latin typeface="Cambria"/>
                <a:cs typeface="Cambria"/>
              </a:rPr>
              <a:t>Courses</a:t>
            </a:r>
            <a:r>
              <a:rPr dirty="0" sz="3000" spc="-65" b="1">
                <a:latin typeface="Cambria"/>
                <a:cs typeface="Cambria"/>
              </a:rPr>
              <a:t> </a:t>
            </a:r>
            <a:r>
              <a:rPr dirty="0" sz="3000" b="1">
                <a:latin typeface="Cambria"/>
                <a:cs typeface="Cambria"/>
              </a:rPr>
              <a:t>Handling</a:t>
            </a:r>
            <a:r>
              <a:rPr dirty="0" sz="3000" spc="-50" b="1">
                <a:latin typeface="Cambria"/>
                <a:cs typeface="Cambria"/>
              </a:rPr>
              <a:t> </a:t>
            </a:r>
            <a:r>
              <a:rPr dirty="0" sz="3000" spc="-10" b="1">
                <a:latin typeface="Cambria"/>
                <a:cs typeface="Cambria"/>
              </a:rPr>
              <a:t>Faculty:</a:t>
            </a:r>
            <a:endParaRPr sz="3000">
              <a:latin typeface="Cambria"/>
              <a:cs typeface="Cambria"/>
            </a:endParaRPr>
          </a:p>
          <a:p>
            <a:pPr marL="12700" marR="5080">
              <a:lnSpc>
                <a:spcPts val="5400"/>
              </a:lnSpc>
              <a:spcBef>
                <a:spcPts val="280"/>
              </a:spcBef>
            </a:pPr>
            <a:r>
              <a:rPr dirty="0" sz="3000" spc="-85">
                <a:latin typeface="Cambria"/>
                <a:cs typeface="Cambria"/>
              </a:rPr>
              <a:t>Dr. </a:t>
            </a:r>
            <a:r>
              <a:rPr dirty="0" sz="3000">
                <a:latin typeface="Cambria"/>
                <a:cs typeface="Cambria"/>
              </a:rPr>
              <a:t>HAFIZUR</a:t>
            </a:r>
            <a:r>
              <a:rPr dirty="0" sz="3000" spc="-70">
                <a:latin typeface="Cambria"/>
                <a:cs typeface="Cambria"/>
              </a:rPr>
              <a:t> </a:t>
            </a:r>
            <a:r>
              <a:rPr dirty="0" sz="3000">
                <a:latin typeface="Cambria"/>
                <a:cs typeface="Cambria"/>
              </a:rPr>
              <a:t>RAHMAN</a:t>
            </a:r>
            <a:r>
              <a:rPr dirty="0" sz="3000" spc="-60">
                <a:latin typeface="Cambria"/>
                <a:cs typeface="Cambria"/>
              </a:rPr>
              <a:t> </a:t>
            </a:r>
            <a:r>
              <a:rPr dirty="0" sz="3000">
                <a:latin typeface="Cambria"/>
                <a:cs typeface="Cambria"/>
              </a:rPr>
              <a:t>-</a:t>
            </a:r>
            <a:r>
              <a:rPr dirty="0" sz="3000" spc="-75">
                <a:latin typeface="Cambria"/>
                <a:cs typeface="Cambria"/>
              </a:rPr>
              <a:t> </a:t>
            </a:r>
            <a:r>
              <a:rPr dirty="0" sz="3000">
                <a:latin typeface="Cambria"/>
                <a:cs typeface="Cambria"/>
              </a:rPr>
              <a:t>B.E.,</a:t>
            </a:r>
            <a:r>
              <a:rPr dirty="0" sz="3000" spc="-65">
                <a:latin typeface="Cambria"/>
                <a:cs typeface="Cambria"/>
              </a:rPr>
              <a:t> </a:t>
            </a:r>
            <a:r>
              <a:rPr dirty="0" sz="3000" spc="-10">
                <a:latin typeface="Cambria"/>
                <a:cs typeface="Cambria"/>
              </a:rPr>
              <a:t>M.Tech., </a:t>
            </a:r>
            <a:r>
              <a:rPr dirty="0" sz="3000">
                <a:latin typeface="Cambria"/>
                <a:cs typeface="Cambria"/>
              </a:rPr>
              <a:t>Ph.D.</a:t>
            </a:r>
            <a:r>
              <a:rPr dirty="0" sz="3000" spc="-114">
                <a:latin typeface="Cambria"/>
                <a:cs typeface="Cambria"/>
              </a:rPr>
              <a:t> </a:t>
            </a:r>
            <a:r>
              <a:rPr dirty="0" sz="3000" spc="-35">
                <a:latin typeface="Cambria"/>
                <a:cs typeface="Cambria"/>
              </a:rPr>
              <a:t>ASSISTANT</a:t>
            </a:r>
            <a:r>
              <a:rPr dirty="0" sz="3000" spc="-70">
                <a:latin typeface="Cambria"/>
                <a:cs typeface="Cambria"/>
              </a:rPr>
              <a:t> </a:t>
            </a:r>
            <a:r>
              <a:rPr dirty="0" sz="3000" spc="-10">
                <a:latin typeface="Cambria"/>
                <a:cs typeface="Cambria"/>
              </a:rPr>
              <a:t>PROFESSOR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88794" y="2515702"/>
            <a:ext cx="12492355" cy="493331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algn="ctr" marL="1574165">
              <a:lnSpc>
                <a:spcPct val="100000"/>
              </a:lnSpc>
              <a:spcBef>
                <a:spcPts val="1300"/>
              </a:spcBef>
            </a:pPr>
            <a:r>
              <a:rPr dirty="0" sz="3200" spc="-10" b="1">
                <a:latin typeface="Cambria"/>
                <a:cs typeface="Cambria"/>
              </a:rPr>
              <a:t>Department</a:t>
            </a:r>
            <a:r>
              <a:rPr dirty="0" sz="3200" spc="-7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of</a:t>
            </a:r>
            <a:r>
              <a:rPr dirty="0" sz="3200" spc="-95" b="1">
                <a:latin typeface="Cambria"/>
                <a:cs typeface="Cambria"/>
              </a:rPr>
              <a:t> </a:t>
            </a:r>
            <a:r>
              <a:rPr dirty="0" sz="3200" spc="-10" b="1">
                <a:latin typeface="Cambria"/>
                <a:cs typeface="Cambria"/>
              </a:rPr>
              <a:t>Computer</a:t>
            </a:r>
            <a:r>
              <a:rPr dirty="0" sz="3200" spc="-2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Science</a:t>
            </a:r>
            <a:r>
              <a:rPr dirty="0" sz="3200" spc="-60" b="1">
                <a:latin typeface="Cambria"/>
                <a:cs typeface="Cambria"/>
              </a:rPr>
              <a:t> </a:t>
            </a:r>
            <a:r>
              <a:rPr dirty="0" sz="3200" b="1">
                <a:latin typeface="Cambria"/>
                <a:cs typeface="Cambria"/>
              </a:rPr>
              <a:t>and</a:t>
            </a:r>
            <a:r>
              <a:rPr dirty="0" sz="3200" spc="-75" b="1">
                <a:latin typeface="Cambria"/>
                <a:cs typeface="Cambria"/>
              </a:rPr>
              <a:t> </a:t>
            </a:r>
            <a:r>
              <a:rPr dirty="0" sz="3200" spc="-10" b="1">
                <a:latin typeface="Cambria"/>
                <a:cs typeface="Cambria"/>
              </a:rPr>
              <a:t>Engineering</a:t>
            </a:r>
            <a:endParaRPr sz="3200">
              <a:latin typeface="Cambria"/>
              <a:cs typeface="Cambria"/>
            </a:endParaRPr>
          </a:p>
          <a:p>
            <a:pPr algn="ctr" marL="1571625">
              <a:lnSpc>
                <a:spcPct val="100000"/>
              </a:lnSpc>
              <a:spcBef>
                <a:spcPts val="1075"/>
              </a:spcBef>
            </a:pPr>
            <a:r>
              <a:rPr dirty="0" sz="2800" spc="225" b="1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dirty="0" sz="2800" spc="340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2800" spc="265" b="1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dirty="0" sz="2800" spc="320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2800" spc="260" b="1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dirty="0" sz="2800" spc="285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2800" spc="305" b="1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dirty="0" sz="2800" spc="320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2800" spc="204" b="1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dirty="0" sz="2800" spc="285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2800" spc="245" b="1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endParaRPr sz="2800">
              <a:latin typeface="Cambria"/>
              <a:cs typeface="Cambria"/>
            </a:endParaRPr>
          </a:p>
          <a:p>
            <a:pPr algn="ctr" marL="1577340">
              <a:lnSpc>
                <a:spcPct val="100000"/>
              </a:lnSpc>
              <a:spcBef>
                <a:spcPts val="1580"/>
              </a:spcBef>
            </a:pPr>
            <a:r>
              <a:rPr dirty="0" sz="3600" b="1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dirty="0" sz="3600" spc="-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r>
              <a:rPr dirty="0" sz="36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C00000"/>
                </a:solidFill>
                <a:latin typeface="Arial"/>
                <a:cs typeface="Arial"/>
              </a:rPr>
              <a:t>2:</a:t>
            </a:r>
            <a:r>
              <a:rPr dirty="0" sz="36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C00000"/>
                </a:solidFill>
                <a:latin typeface="Arial"/>
                <a:cs typeface="Arial"/>
              </a:rPr>
              <a:t>MILESTONE</a:t>
            </a:r>
            <a:r>
              <a:rPr dirty="0" sz="3600" spc="-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600" spc="-10" b="1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3600">
              <a:latin typeface="Arial"/>
              <a:cs typeface="Arial"/>
            </a:endParaRPr>
          </a:p>
          <a:p>
            <a:pPr algn="ctr" marL="1579880">
              <a:lnSpc>
                <a:spcPct val="100000"/>
              </a:lnSpc>
            </a:pPr>
            <a:r>
              <a:rPr dirty="0" sz="3600" b="1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r>
              <a:rPr dirty="0" sz="3600" spc="-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3600" spc="-20" b="1">
                <a:solidFill>
                  <a:srgbClr val="C00000"/>
                </a:solidFill>
                <a:latin typeface="Arial"/>
                <a:cs typeface="Arial"/>
              </a:rPr>
              <a:t>20-04-2026</a:t>
            </a:r>
            <a:endParaRPr sz="3600">
              <a:latin typeface="Arial"/>
              <a:cs typeface="Arial"/>
            </a:endParaRPr>
          </a:p>
          <a:p>
            <a:pPr marL="2705735">
              <a:lnSpc>
                <a:spcPct val="100000"/>
              </a:lnSpc>
              <a:spcBef>
                <a:spcPts val="2435"/>
              </a:spcBef>
            </a:pPr>
            <a:r>
              <a:rPr dirty="0" sz="3300" b="1">
                <a:solidFill>
                  <a:srgbClr val="00AFEF"/>
                </a:solidFill>
                <a:latin typeface="Times New Roman"/>
                <a:cs typeface="Times New Roman"/>
              </a:rPr>
              <a:t>React</a:t>
            </a:r>
            <a:r>
              <a:rPr dirty="0" sz="3300" spc="-95" b="1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3300" b="1">
                <a:solidFill>
                  <a:srgbClr val="00AFEF"/>
                </a:solidFill>
                <a:latin typeface="Times New Roman"/>
                <a:cs typeface="Times New Roman"/>
              </a:rPr>
              <a:t>JS</a:t>
            </a:r>
            <a:r>
              <a:rPr dirty="0" sz="3300" spc="-55" b="1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3300" b="1">
                <a:solidFill>
                  <a:srgbClr val="00AFEF"/>
                </a:solidFill>
                <a:latin typeface="Times New Roman"/>
                <a:cs typeface="Times New Roman"/>
              </a:rPr>
              <a:t>based</a:t>
            </a:r>
            <a:r>
              <a:rPr dirty="0" sz="3300" spc="-155" b="1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3300" spc="-10" b="1">
                <a:solidFill>
                  <a:srgbClr val="00AFEF"/>
                </a:solidFill>
                <a:latin typeface="Times New Roman"/>
                <a:cs typeface="Times New Roman"/>
              </a:rPr>
              <a:t>Web</a:t>
            </a:r>
            <a:r>
              <a:rPr dirty="0" sz="3300" spc="-65" b="1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3300" b="1">
                <a:solidFill>
                  <a:srgbClr val="00AFEF"/>
                </a:solidFill>
                <a:latin typeface="Times New Roman"/>
                <a:cs typeface="Times New Roman"/>
              </a:rPr>
              <a:t>application</a:t>
            </a:r>
            <a:r>
              <a:rPr dirty="0" sz="3300" spc="-100" b="1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3300" b="1">
                <a:solidFill>
                  <a:srgbClr val="00AFEF"/>
                </a:solidFill>
                <a:latin typeface="Times New Roman"/>
                <a:cs typeface="Times New Roman"/>
              </a:rPr>
              <a:t>for</a:t>
            </a:r>
            <a:r>
              <a:rPr dirty="0" sz="3300" spc="-160" b="1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3300" b="1">
                <a:solidFill>
                  <a:srgbClr val="00AFEF"/>
                </a:solidFill>
                <a:latin typeface="Times New Roman"/>
                <a:cs typeface="Times New Roman"/>
              </a:rPr>
              <a:t>Ticket</a:t>
            </a:r>
            <a:r>
              <a:rPr dirty="0" sz="3300" spc="-50" b="1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3300" spc="-10" b="1">
                <a:solidFill>
                  <a:srgbClr val="00AFEF"/>
                </a:solidFill>
                <a:latin typeface="Times New Roman"/>
                <a:cs typeface="Times New Roman"/>
              </a:rPr>
              <a:t>Booking</a:t>
            </a: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3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800" b="1">
                <a:latin typeface="Times New Roman"/>
                <a:cs typeface="Times New Roman"/>
              </a:rPr>
              <a:t>SDG: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4 –</a:t>
            </a:r>
            <a:r>
              <a:rPr dirty="0" sz="2800" spc="70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Quality</a:t>
            </a:r>
            <a:r>
              <a:rPr dirty="0" sz="2800" spc="-7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Education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7136" y="1950720"/>
            <a:ext cx="990600" cy="993775"/>
          </a:xfrm>
          <a:custGeom>
            <a:avLst/>
            <a:gdLst/>
            <a:ahLst/>
            <a:cxnLst/>
            <a:rect l="l" t="t" r="r" b="b"/>
            <a:pathLst>
              <a:path w="990600" h="993775">
                <a:moveTo>
                  <a:pt x="495300" y="0"/>
                </a:moveTo>
                <a:lnTo>
                  <a:pt x="447599" y="2273"/>
                </a:lnTo>
                <a:lnTo>
                  <a:pt x="401181" y="8956"/>
                </a:lnTo>
                <a:lnTo>
                  <a:pt x="356254" y="19839"/>
                </a:lnTo>
                <a:lnTo>
                  <a:pt x="313025" y="34716"/>
                </a:lnTo>
                <a:lnTo>
                  <a:pt x="271701" y="53377"/>
                </a:lnTo>
                <a:lnTo>
                  <a:pt x="232490" y="75615"/>
                </a:lnTo>
                <a:lnTo>
                  <a:pt x="195600" y="101222"/>
                </a:lnTo>
                <a:lnTo>
                  <a:pt x="161238" y="129990"/>
                </a:lnTo>
                <a:lnTo>
                  <a:pt x="129612" y="161710"/>
                </a:lnTo>
                <a:lnTo>
                  <a:pt x="100929" y="196176"/>
                </a:lnTo>
                <a:lnTo>
                  <a:pt x="75397" y="233179"/>
                </a:lnTo>
                <a:lnTo>
                  <a:pt x="53224" y="272510"/>
                </a:lnTo>
                <a:lnTo>
                  <a:pt x="34617" y="313963"/>
                </a:lnTo>
                <a:lnTo>
                  <a:pt x="19783" y="357329"/>
                </a:lnTo>
                <a:lnTo>
                  <a:pt x="8931" y="402399"/>
                </a:lnTo>
                <a:lnTo>
                  <a:pt x="2267" y="448967"/>
                </a:lnTo>
                <a:lnTo>
                  <a:pt x="0" y="496824"/>
                </a:lnTo>
                <a:lnTo>
                  <a:pt x="2267" y="544680"/>
                </a:lnTo>
                <a:lnTo>
                  <a:pt x="8931" y="591248"/>
                </a:lnTo>
                <a:lnTo>
                  <a:pt x="19783" y="636318"/>
                </a:lnTo>
                <a:lnTo>
                  <a:pt x="34617" y="679684"/>
                </a:lnTo>
                <a:lnTo>
                  <a:pt x="53224" y="721137"/>
                </a:lnTo>
                <a:lnTo>
                  <a:pt x="75397" y="760468"/>
                </a:lnTo>
                <a:lnTo>
                  <a:pt x="100929" y="797471"/>
                </a:lnTo>
                <a:lnTo>
                  <a:pt x="129612" y="831937"/>
                </a:lnTo>
                <a:lnTo>
                  <a:pt x="161238" y="863657"/>
                </a:lnTo>
                <a:lnTo>
                  <a:pt x="195600" y="892425"/>
                </a:lnTo>
                <a:lnTo>
                  <a:pt x="232490" y="918032"/>
                </a:lnTo>
                <a:lnTo>
                  <a:pt x="271701" y="940270"/>
                </a:lnTo>
                <a:lnTo>
                  <a:pt x="313025" y="958931"/>
                </a:lnTo>
                <a:lnTo>
                  <a:pt x="356254" y="973808"/>
                </a:lnTo>
                <a:lnTo>
                  <a:pt x="401181" y="984691"/>
                </a:lnTo>
                <a:lnTo>
                  <a:pt x="447599" y="991374"/>
                </a:lnTo>
                <a:lnTo>
                  <a:pt x="495300" y="993648"/>
                </a:lnTo>
                <a:lnTo>
                  <a:pt x="543002" y="991374"/>
                </a:lnTo>
                <a:lnTo>
                  <a:pt x="589421" y="984691"/>
                </a:lnTo>
                <a:lnTo>
                  <a:pt x="634350" y="973808"/>
                </a:lnTo>
                <a:lnTo>
                  <a:pt x="677580" y="958931"/>
                </a:lnTo>
                <a:lnTo>
                  <a:pt x="718904" y="940270"/>
                </a:lnTo>
                <a:lnTo>
                  <a:pt x="758115" y="918032"/>
                </a:lnTo>
                <a:lnTo>
                  <a:pt x="795005" y="892425"/>
                </a:lnTo>
                <a:lnTo>
                  <a:pt x="829366" y="863657"/>
                </a:lnTo>
                <a:lnTo>
                  <a:pt x="860992" y="831937"/>
                </a:lnTo>
                <a:lnTo>
                  <a:pt x="889674" y="797471"/>
                </a:lnTo>
                <a:lnTo>
                  <a:pt x="915205" y="760468"/>
                </a:lnTo>
                <a:lnTo>
                  <a:pt x="937377" y="721137"/>
                </a:lnTo>
                <a:lnTo>
                  <a:pt x="955984" y="679684"/>
                </a:lnTo>
                <a:lnTo>
                  <a:pt x="970817" y="636318"/>
                </a:lnTo>
                <a:lnTo>
                  <a:pt x="981669" y="591248"/>
                </a:lnTo>
                <a:lnTo>
                  <a:pt x="988332" y="544680"/>
                </a:lnTo>
                <a:lnTo>
                  <a:pt x="990600" y="496824"/>
                </a:lnTo>
                <a:lnTo>
                  <a:pt x="988332" y="448967"/>
                </a:lnTo>
                <a:lnTo>
                  <a:pt x="981669" y="402399"/>
                </a:lnTo>
                <a:lnTo>
                  <a:pt x="970817" y="357329"/>
                </a:lnTo>
                <a:lnTo>
                  <a:pt x="955984" y="313963"/>
                </a:lnTo>
                <a:lnTo>
                  <a:pt x="937377" y="272510"/>
                </a:lnTo>
                <a:lnTo>
                  <a:pt x="915205" y="233179"/>
                </a:lnTo>
                <a:lnTo>
                  <a:pt x="889674" y="196176"/>
                </a:lnTo>
                <a:lnTo>
                  <a:pt x="860992" y="161710"/>
                </a:lnTo>
                <a:lnTo>
                  <a:pt x="829366" y="129990"/>
                </a:lnTo>
                <a:lnTo>
                  <a:pt x="795005" y="101222"/>
                </a:lnTo>
                <a:lnTo>
                  <a:pt x="758115" y="75615"/>
                </a:lnTo>
                <a:lnTo>
                  <a:pt x="718904" y="53377"/>
                </a:lnTo>
                <a:lnTo>
                  <a:pt x="677580" y="34716"/>
                </a:lnTo>
                <a:lnTo>
                  <a:pt x="634350" y="19839"/>
                </a:lnTo>
                <a:lnTo>
                  <a:pt x="589421" y="8956"/>
                </a:lnTo>
                <a:lnTo>
                  <a:pt x="543002" y="2273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8237" y="2166949"/>
            <a:ext cx="4864100" cy="4540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707390" algn="l"/>
              </a:tabLst>
            </a:pPr>
            <a:r>
              <a:rPr dirty="0" sz="2700" spc="-570">
                <a:solidFill>
                  <a:srgbClr val="FFFDFD"/>
                </a:solidFill>
                <a:latin typeface="Tahoma"/>
                <a:cs typeface="Tahoma"/>
              </a:rPr>
              <a:t>1</a:t>
            </a:r>
            <a:r>
              <a:rPr dirty="0" sz="2700">
                <a:solidFill>
                  <a:srgbClr val="FFFDFD"/>
                </a:solidFill>
                <a:latin typeface="Tahoma"/>
                <a:cs typeface="Tahoma"/>
              </a:rPr>
              <a:t>	</a:t>
            </a:r>
            <a:r>
              <a:rPr dirty="0" sz="2800" b="1">
                <a:solidFill>
                  <a:srgbClr val="0033CC"/>
                </a:solidFill>
                <a:latin typeface="Calibri"/>
                <a:cs typeface="Calibri"/>
              </a:rPr>
              <a:t>Background</a:t>
            </a:r>
            <a:r>
              <a:rPr dirty="0" sz="2800" spc="-80" b="1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dirty="0" sz="2800" spc="-40" b="1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dirty="0" sz="2800" spc="-50" b="1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33CC"/>
                </a:solidFill>
                <a:latin typeface="Calibri"/>
                <a:cs typeface="Calibri"/>
              </a:rPr>
              <a:t>problem: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9452" y="444855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7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7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7" y="545592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4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25727" y="4558664"/>
            <a:ext cx="1708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9452" y="310743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7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8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7" y="545592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3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25727" y="3218434"/>
            <a:ext cx="15557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9452" y="5116067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7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7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7" y="545592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4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25727" y="5227446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9452" y="37779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7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7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25727" y="3887851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9452" y="6457188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7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7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25727" y="6435293"/>
            <a:ext cx="13282930" cy="4540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69925" algn="l"/>
              </a:tabLst>
            </a:pPr>
            <a:r>
              <a:rPr dirty="0" baseline="1633" sz="2550" spc="44">
                <a:solidFill>
                  <a:srgbClr val="181818"/>
                </a:solidFill>
                <a:latin typeface="Tahoma"/>
                <a:cs typeface="Tahoma"/>
              </a:rPr>
              <a:t>7</a:t>
            </a:r>
            <a:r>
              <a:rPr dirty="0" baseline="1633" sz="2550">
                <a:solidFill>
                  <a:srgbClr val="181818"/>
                </a:solidFill>
                <a:latin typeface="Tahoma"/>
                <a:cs typeface="Tahoma"/>
              </a:rPr>
              <a:t>	</a:t>
            </a:r>
            <a:r>
              <a:rPr dirty="0" sz="2800">
                <a:latin typeface="Calibri"/>
                <a:cs typeface="Calibri"/>
              </a:rPr>
              <a:t>Useful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managing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departmental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events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like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technical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fests,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seminars,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workshops.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9452" y="5786628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7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7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125727" y="5896736"/>
            <a:ext cx="16573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9452" y="7124700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7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7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125727" y="7235138"/>
            <a:ext cx="16192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9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9452" y="779221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7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8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4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7" y="545592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4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125727" y="7902905"/>
            <a:ext cx="16573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023" rIns="0" bIns="0" rtlCol="0" vert="horz">
            <a:spAutoFit/>
          </a:bodyPr>
          <a:lstStyle/>
          <a:p>
            <a:pPr marL="32258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INTRODUCTION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783207" y="3020949"/>
            <a:ext cx="1166558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>
                <a:latin typeface="Calibri"/>
                <a:cs typeface="Calibri"/>
              </a:rPr>
              <a:t>Manual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ticket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booking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systems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lack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automation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real-</a:t>
            </a:r>
            <a:r>
              <a:rPr dirty="0" sz="2800">
                <a:latin typeface="Calibri"/>
                <a:cs typeface="Calibri"/>
              </a:rPr>
              <a:t>time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seat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management.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83207" y="3874770"/>
            <a:ext cx="443928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b="1">
                <a:solidFill>
                  <a:srgbClr val="0033CC"/>
                </a:solidFill>
                <a:latin typeface="Calibri"/>
                <a:cs typeface="Calibri"/>
              </a:rPr>
              <a:t>Why</a:t>
            </a:r>
            <a:r>
              <a:rPr dirty="0" sz="2800" spc="-45" b="1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33CC"/>
                </a:solidFill>
                <a:latin typeface="Calibri"/>
                <a:cs typeface="Calibri"/>
              </a:rPr>
              <a:t>this</a:t>
            </a:r>
            <a:r>
              <a:rPr dirty="0" sz="2800" spc="-55" b="1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33CC"/>
                </a:solidFill>
                <a:latin typeface="Calibri"/>
                <a:cs typeface="Calibri"/>
              </a:rPr>
              <a:t>project</a:t>
            </a:r>
            <a:r>
              <a:rPr dirty="0" sz="2800" spc="-70" b="1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33CC"/>
                </a:solidFill>
                <a:latin typeface="Calibri"/>
                <a:cs typeface="Calibri"/>
              </a:rPr>
              <a:t>is</a:t>
            </a:r>
            <a:r>
              <a:rPr dirty="0" sz="2800" spc="-50" b="1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33CC"/>
                </a:solidFill>
                <a:latin typeface="Calibri"/>
                <a:cs typeface="Calibri"/>
              </a:rPr>
              <a:t>important: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83207" y="4728464"/>
            <a:ext cx="1176337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simplifies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ticket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booking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provides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instant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confirmation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reduced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errors.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83207" y="5581599"/>
            <a:ext cx="3237865" cy="4540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10" b="1">
                <a:solidFill>
                  <a:srgbClr val="0033CC"/>
                </a:solidFill>
                <a:latin typeface="Calibri"/>
                <a:cs typeface="Calibri"/>
              </a:rPr>
              <a:t>Real-</a:t>
            </a:r>
            <a:r>
              <a:rPr dirty="0" sz="2800" b="1">
                <a:solidFill>
                  <a:srgbClr val="0033CC"/>
                </a:solidFill>
                <a:latin typeface="Calibri"/>
                <a:cs typeface="Calibri"/>
              </a:rPr>
              <a:t>world</a:t>
            </a:r>
            <a:r>
              <a:rPr dirty="0" sz="2800" spc="-85" b="1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33CC"/>
                </a:solidFill>
                <a:latin typeface="Calibri"/>
                <a:cs typeface="Calibri"/>
              </a:rPr>
              <a:t>relevance: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83207" y="7289419"/>
            <a:ext cx="434340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b="1">
                <a:solidFill>
                  <a:srgbClr val="0033CC"/>
                </a:solidFill>
                <a:latin typeface="Calibri"/>
                <a:cs typeface="Calibri"/>
              </a:rPr>
              <a:t>Brief</a:t>
            </a:r>
            <a:r>
              <a:rPr dirty="0" sz="2800" spc="-70" b="1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33CC"/>
                </a:solidFill>
                <a:latin typeface="Calibri"/>
                <a:cs typeface="Calibri"/>
              </a:rPr>
              <a:t>overview</a:t>
            </a:r>
            <a:r>
              <a:rPr dirty="0" sz="2800" spc="-45" b="1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dirty="0" sz="2800" spc="-40" b="1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dirty="0" sz="2800" spc="-30" b="1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33CC"/>
                </a:solidFill>
                <a:latin typeface="Calibri"/>
                <a:cs typeface="Calibri"/>
              </a:rPr>
              <a:t>system: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83207" y="8143113"/>
            <a:ext cx="1253363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>
                <a:latin typeface="Calibri"/>
                <a:cs typeface="Calibri"/>
              </a:rPr>
              <a:t>Useful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managing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departmental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events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like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technical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fests,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seminars,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workshops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10183" y="2648711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9" y="2267"/>
                </a:lnTo>
                <a:lnTo>
                  <a:pt x="401181" y="8930"/>
                </a:lnTo>
                <a:lnTo>
                  <a:pt x="356254" y="19782"/>
                </a:lnTo>
                <a:lnTo>
                  <a:pt x="313025" y="34615"/>
                </a:lnTo>
                <a:lnTo>
                  <a:pt x="271701" y="53222"/>
                </a:lnTo>
                <a:lnTo>
                  <a:pt x="232490" y="75394"/>
                </a:lnTo>
                <a:lnTo>
                  <a:pt x="195600" y="100925"/>
                </a:lnTo>
                <a:lnTo>
                  <a:pt x="161238" y="129607"/>
                </a:lnTo>
                <a:lnTo>
                  <a:pt x="129612" y="161233"/>
                </a:lnTo>
                <a:lnTo>
                  <a:pt x="100929" y="195594"/>
                </a:lnTo>
                <a:lnTo>
                  <a:pt x="75397" y="232484"/>
                </a:lnTo>
                <a:lnTo>
                  <a:pt x="53224" y="271695"/>
                </a:lnTo>
                <a:lnTo>
                  <a:pt x="34617" y="313019"/>
                </a:lnTo>
                <a:lnTo>
                  <a:pt x="19783" y="356249"/>
                </a:lnTo>
                <a:lnTo>
                  <a:pt x="8931" y="401178"/>
                </a:lnTo>
                <a:lnTo>
                  <a:pt x="2267" y="447597"/>
                </a:lnTo>
                <a:lnTo>
                  <a:pt x="0" y="495300"/>
                </a:lnTo>
                <a:lnTo>
                  <a:pt x="2267" y="543002"/>
                </a:lnTo>
                <a:lnTo>
                  <a:pt x="8931" y="589421"/>
                </a:lnTo>
                <a:lnTo>
                  <a:pt x="19783" y="634350"/>
                </a:lnTo>
                <a:lnTo>
                  <a:pt x="34617" y="677580"/>
                </a:lnTo>
                <a:lnTo>
                  <a:pt x="53224" y="718904"/>
                </a:lnTo>
                <a:lnTo>
                  <a:pt x="75397" y="758115"/>
                </a:lnTo>
                <a:lnTo>
                  <a:pt x="100929" y="795005"/>
                </a:lnTo>
                <a:lnTo>
                  <a:pt x="129612" y="829366"/>
                </a:lnTo>
                <a:lnTo>
                  <a:pt x="161238" y="860992"/>
                </a:lnTo>
                <a:lnTo>
                  <a:pt x="195600" y="889674"/>
                </a:lnTo>
                <a:lnTo>
                  <a:pt x="232490" y="915205"/>
                </a:lnTo>
                <a:lnTo>
                  <a:pt x="271701" y="937377"/>
                </a:lnTo>
                <a:lnTo>
                  <a:pt x="313025" y="955984"/>
                </a:lnTo>
                <a:lnTo>
                  <a:pt x="356254" y="970817"/>
                </a:lnTo>
                <a:lnTo>
                  <a:pt x="401181" y="981669"/>
                </a:lnTo>
                <a:lnTo>
                  <a:pt x="447599" y="988332"/>
                </a:lnTo>
                <a:lnTo>
                  <a:pt x="495300" y="990600"/>
                </a:lnTo>
                <a:lnTo>
                  <a:pt x="543002" y="988332"/>
                </a:lnTo>
                <a:lnTo>
                  <a:pt x="589421" y="981669"/>
                </a:lnTo>
                <a:lnTo>
                  <a:pt x="634350" y="970817"/>
                </a:lnTo>
                <a:lnTo>
                  <a:pt x="677580" y="955984"/>
                </a:lnTo>
                <a:lnTo>
                  <a:pt x="718904" y="937377"/>
                </a:lnTo>
                <a:lnTo>
                  <a:pt x="758115" y="915205"/>
                </a:lnTo>
                <a:lnTo>
                  <a:pt x="795005" y="889674"/>
                </a:lnTo>
                <a:lnTo>
                  <a:pt x="829366" y="860992"/>
                </a:lnTo>
                <a:lnTo>
                  <a:pt x="860992" y="829366"/>
                </a:lnTo>
                <a:lnTo>
                  <a:pt x="889674" y="795005"/>
                </a:lnTo>
                <a:lnTo>
                  <a:pt x="915205" y="758115"/>
                </a:lnTo>
                <a:lnTo>
                  <a:pt x="937377" y="718904"/>
                </a:lnTo>
                <a:lnTo>
                  <a:pt x="955984" y="677580"/>
                </a:lnTo>
                <a:lnTo>
                  <a:pt x="970817" y="634350"/>
                </a:lnTo>
                <a:lnTo>
                  <a:pt x="981669" y="589421"/>
                </a:lnTo>
                <a:lnTo>
                  <a:pt x="988332" y="543002"/>
                </a:lnTo>
                <a:lnTo>
                  <a:pt x="990599" y="495300"/>
                </a:lnTo>
                <a:lnTo>
                  <a:pt x="988332" y="447597"/>
                </a:lnTo>
                <a:lnTo>
                  <a:pt x="981669" y="401178"/>
                </a:lnTo>
                <a:lnTo>
                  <a:pt x="970817" y="356249"/>
                </a:lnTo>
                <a:lnTo>
                  <a:pt x="955984" y="313019"/>
                </a:lnTo>
                <a:lnTo>
                  <a:pt x="937377" y="271695"/>
                </a:lnTo>
                <a:lnTo>
                  <a:pt x="915205" y="232484"/>
                </a:lnTo>
                <a:lnTo>
                  <a:pt x="889674" y="195594"/>
                </a:lnTo>
                <a:lnTo>
                  <a:pt x="860992" y="161233"/>
                </a:lnTo>
                <a:lnTo>
                  <a:pt x="829366" y="129607"/>
                </a:lnTo>
                <a:lnTo>
                  <a:pt x="795005" y="100925"/>
                </a:lnTo>
                <a:lnTo>
                  <a:pt x="758115" y="75394"/>
                </a:lnTo>
                <a:lnTo>
                  <a:pt x="718904" y="53222"/>
                </a:lnTo>
                <a:lnTo>
                  <a:pt x="677580" y="34615"/>
                </a:lnTo>
                <a:lnTo>
                  <a:pt x="634350" y="19782"/>
                </a:lnTo>
                <a:lnTo>
                  <a:pt x="589421" y="8930"/>
                </a:lnTo>
                <a:lnTo>
                  <a:pt x="543002" y="2267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91285" y="2874644"/>
            <a:ext cx="231775" cy="4387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700" spc="95">
                <a:solidFill>
                  <a:srgbClr val="FFFDFD"/>
                </a:solidFill>
                <a:latin typeface="Tahoma"/>
                <a:cs typeface="Tahoma"/>
              </a:rPr>
              <a:t>2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2500" y="443026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29080" y="4539741"/>
            <a:ext cx="1708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8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2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3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29080" y="2093213"/>
            <a:ext cx="10287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7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5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1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4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5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7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29080" y="5205729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2500" y="376275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7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2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4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29080" y="3873753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7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5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1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4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5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7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29080" y="5871717"/>
            <a:ext cx="16573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8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5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1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3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5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7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8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4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2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3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129080" y="6537146"/>
            <a:ext cx="165735" cy="16211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9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023" rIns="0" bIns="0" rtlCol="0" vert="horz">
            <a:spAutoFit/>
          </a:bodyPr>
          <a:lstStyle/>
          <a:p>
            <a:pPr marL="206375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5"/>
              <a:t> </a:t>
            </a:r>
            <a:r>
              <a:rPr dirty="0" spc="-80"/>
              <a:t>STATEMENT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288794" y="2501265"/>
            <a:ext cx="14929485" cy="13074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many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educational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institutions</a:t>
            </a:r>
            <a:r>
              <a:rPr dirty="0" sz="2800" spc="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organizations,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ticket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booking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internal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events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such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technical </a:t>
            </a:r>
            <a:r>
              <a:rPr dirty="0" sz="2800">
                <a:latin typeface="Calibri"/>
                <a:cs typeface="Calibri"/>
              </a:rPr>
              <a:t>fests,</a:t>
            </a:r>
            <a:r>
              <a:rPr dirty="0" sz="2800" spc="2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seminars,</a:t>
            </a:r>
            <a:r>
              <a:rPr dirty="0" sz="2800" spc="2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2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workshops</a:t>
            </a:r>
            <a:r>
              <a:rPr dirty="0" sz="2800" spc="25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often</a:t>
            </a:r>
            <a:r>
              <a:rPr dirty="0" sz="2800" spc="2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handled</a:t>
            </a:r>
            <a:r>
              <a:rPr dirty="0" sz="2800" spc="2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manually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through</a:t>
            </a:r>
            <a:r>
              <a:rPr dirty="0" sz="2800" spc="22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basic</a:t>
            </a:r>
            <a:r>
              <a:rPr dirty="0" sz="2800" spc="2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systems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2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lack</a:t>
            </a:r>
            <a:r>
              <a:rPr dirty="0" sz="2800" spc="2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proper </a:t>
            </a:r>
            <a:r>
              <a:rPr dirty="0" sz="2800">
                <a:latin typeface="Calibri"/>
                <a:cs typeface="Calibri"/>
              </a:rPr>
              <a:t>automation.</a:t>
            </a:r>
            <a:r>
              <a:rPr dirty="0" sz="2800" spc="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creates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difficulties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managing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participants,</a:t>
            </a:r>
            <a:r>
              <a:rPr dirty="0" sz="2800" spc="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tracking</a:t>
            </a:r>
            <a:r>
              <a:rPr dirty="0" sz="2800" spc="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ticket</a:t>
            </a:r>
            <a:r>
              <a:rPr dirty="0" sz="2800" spc="114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availability,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ensuring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88794" y="3781805"/>
            <a:ext cx="1492821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60170" algn="l"/>
                <a:tab pos="3347720" algn="l"/>
                <a:tab pos="4688840" algn="l"/>
                <a:tab pos="6347460" algn="l"/>
                <a:tab pos="7094220" algn="l"/>
                <a:tab pos="7950834" algn="l"/>
                <a:tab pos="8496300" algn="l"/>
                <a:tab pos="10636250" algn="l"/>
                <a:tab pos="11517630" algn="l"/>
                <a:tab pos="12709525" algn="l"/>
                <a:tab pos="13496290" algn="l"/>
                <a:tab pos="14645005" algn="l"/>
              </a:tabLst>
            </a:pPr>
            <a:r>
              <a:rPr dirty="0" sz="2800" spc="-10">
                <a:latin typeface="Calibri"/>
                <a:cs typeface="Calibri"/>
              </a:rPr>
              <a:t>smooth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registration.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Manual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processes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can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0">
                <a:latin typeface="Calibri"/>
                <a:cs typeface="Calibri"/>
              </a:rPr>
              <a:t>lead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to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overbooking,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0">
                <a:latin typeface="Calibri"/>
                <a:cs typeface="Calibri"/>
              </a:rPr>
              <a:t>data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errors,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and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delays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in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88794" y="4208221"/>
            <a:ext cx="14929485" cy="21615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10"/>
              </a:spcBef>
            </a:pPr>
            <a:r>
              <a:rPr dirty="0" sz="2800">
                <a:latin typeface="Calibri"/>
                <a:cs typeface="Calibri"/>
              </a:rPr>
              <a:t>confirmation.</a:t>
            </a:r>
            <a:r>
              <a:rPr dirty="0" sz="2800" spc="2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Additionally,</a:t>
            </a:r>
            <a:r>
              <a:rPr dirty="0" sz="2800" spc="2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there</a:t>
            </a:r>
            <a:r>
              <a:rPr dirty="0" sz="2800" spc="2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3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</a:t>
            </a:r>
            <a:r>
              <a:rPr dirty="0" sz="2800" spc="2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centralized</a:t>
            </a:r>
            <a:r>
              <a:rPr dirty="0" sz="2800" spc="2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system</a:t>
            </a:r>
            <a:r>
              <a:rPr dirty="0" sz="2800" spc="2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2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monitor</a:t>
            </a:r>
            <a:r>
              <a:rPr dirty="0" sz="2800" spc="2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bookings</a:t>
            </a:r>
            <a:r>
              <a:rPr dirty="0" sz="2800" spc="2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2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generate</a:t>
            </a:r>
            <a:r>
              <a:rPr dirty="0" sz="2800" spc="2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reports efficiently.</a:t>
            </a:r>
            <a:r>
              <a:rPr dirty="0" sz="2800" spc="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Therefore,</a:t>
            </a:r>
            <a:r>
              <a:rPr dirty="0" sz="2800" spc="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there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need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secure,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reliable,</a:t>
            </a:r>
            <a:r>
              <a:rPr dirty="0" sz="2800" spc="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fully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automated</a:t>
            </a:r>
            <a:r>
              <a:rPr dirty="0" sz="2800" spc="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ticket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booking</a:t>
            </a:r>
            <a:r>
              <a:rPr dirty="0" sz="2800" spc="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system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4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allows</a:t>
            </a:r>
            <a:r>
              <a:rPr dirty="0" sz="2800" spc="4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users</a:t>
            </a:r>
            <a:r>
              <a:rPr dirty="0" sz="2800" spc="4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4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book</a:t>
            </a:r>
            <a:r>
              <a:rPr dirty="0" sz="2800" spc="4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tickets</a:t>
            </a:r>
            <a:r>
              <a:rPr dirty="0" sz="2800" spc="4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easily,</a:t>
            </a:r>
            <a:r>
              <a:rPr dirty="0" sz="2800" spc="43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provides</a:t>
            </a:r>
            <a:r>
              <a:rPr dirty="0" sz="2800" spc="47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real-</a:t>
            </a:r>
            <a:r>
              <a:rPr dirty="0" sz="2800">
                <a:latin typeface="Calibri"/>
                <a:cs typeface="Calibri"/>
              </a:rPr>
              <a:t>time</a:t>
            </a:r>
            <a:r>
              <a:rPr dirty="0" sz="2800" spc="43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updates,</a:t>
            </a:r>
            <a:r>
              <a:rPr dirty="0" sz="2800" spc="45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4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enables</a:t>
            </a:r>
            <a:r>
              <a:rPr dirty="0" sz="2800" spc="459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administrators</a:t>
            </a:r>
            <a:r>
              <a:rPr dirty="0" sz="2800" spc="46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to </a:t>
            </a:r>
            <a:r>
              <a:rPr dirty="0" sz="2800">
                <a:latin typeface="Calibri"/>
                <a:cs typeface="Calibri"/>
              </a:rPr>
              <a:t>manage</a:t>
            </a:r>
            <a:r>
              <a:rPr dirty="0" sz="2800" spc="3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events</a:t>
            </a:r>
            <a:r>
              <a:rPr dirty="0" sz="2800" spc="3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effectively.</a:t>
            </a:r>
            <a:r>
              <a:rPr dirty="0" sz="2800" spc="3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Such</a:t>
            </a:r>
            <a:r>
              <a:rPr dirty="0" sz="2800" spc="3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3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system</a:t>
            </a:r>
            <a:r>
              <a:rPr dirty="0" sz="2800" spc="3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improves</a:t>
            </a:r>
            <a:r>
              <a:rPr dirty="0" sz="2800" spc="3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accuracy,</a:t>
            </a:r>
            <a:r>
              <a:rPr dirty="0" sz="2800" spc="3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saves</a:t>
            </a:r>
            <a:r>
              <a:rPr dirty="0" sz="2800" spc="3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time,</a:t>
            </a:r>
            <a:r>
              <a:rPr dirty="0" sz="2800" spc="3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3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enhances</a:t>
            </a:r>
            <a:r>
              <a:rPr dirty="0" sz="2800" spc="3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3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overall </a:t>
            </a:r>
            <a:r>
              <a:rPr dirty="0" sz="2800">
                <a:latin typeface="Calibri"/>
                <a:cs typeface="Calibri"/>
              </a:rPr>
              <a:t>event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management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experience.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3316223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9" y="2267"/>
                </a:lnTo>
                <a:lnTo>
                  <a:pt x="401181" y="8930"/>
                </a:lnTo>
                <a:lnTo>
                  <a:pt x="356254" y="19782"/>
                </a:lnTo>
                <a:lnTo>
                  <a:pt x="313025" y="34615"/>
                </a:lnTo>
                <a:lnTo>
                  <a:pt x="271701" y="53222"/>
                </a:lnTo>
                <a:lnTo>
                  <a:pt x="232490" y="75394"/>
                </a:lnTo>
                <a:lnTo>
                  <a:pt x="195600" y="100925"/>
                </a:lnTo>
                <a:lnTo>
                  <a:pt x="161238" y="129607"/>
                </a:lnTo>
                <a:lnTo>
                  <a:pt x="129612" y="161233"/>
                </a:lnTo>
                <a:lnTo>
                  <a:pt x="100929" y="195594"/>
                </a:lnTo>
                <a:lnTo>
                  <a:pt x="75397" y="232484"/>
                </a:lnTo>
                <a:lnTo>
                  <a:pt x="53224" y="271695"/>
                </a:lnTo>
                <a:lnTo>
                  <a:pt x="34617" y="313019"/>
                </a:lnTo>
                <a:lnTo>
                  <a:pt x="19783" y="356249"/>
                </a:lnTo>
                <a:lnTo>
                  <a:pt x="8931" y="401178"/>
                </a:lnTo>
                <a:lnTo>
                  <a:pt x="2267" y="447597"/>
                </a:lnTo>
                <a:lnTo>
                  <a:pt x="0" y="495300"/>
                </a:lnTo>
                <a:lnTo>
                  <a:pt x="2267" y="543002"/>
                </a:lnTo>
                <a:lnTo>
                  <a:pt x="8931" y="589421"/>
                </a:lnTo>
                <a:lnTo>
                  <a:pt x="19783" y="634350"/>
                </a:lnTo>
                <a:lnTo>
                  <a:pt x="34617" y="677580"/>
                </a:lnTo>
                <a:lnTo>
                  <a:pt x="53224" y="718904"/>
                </a:lnTo>
                <a:lnTo>
                  <a:pt x="75397" y="758115"/>
                </a:lnTo>
                <a:lnTo>
                  <a:pt x="100929" y="795005"/>
                </a:lnTo>
                <a:lnTo>
                  <a:pt x="129612" y="829366"/>
                </a:lnTo>
                <a:lnTo>
                  <a:pt x="161238" y="860992"/>
                </a:lnTo>
                <a:lnTo>
                  <a:pt x="195600" y="889674"/>
                </a:lnTo>
                <a:lnTo>
                  <a:pt x="232490" y="915205"/>
                </a:lnTo>
                <a:lnTo>
                  <a:pt x="271701" y="937377"/>
                </a:lnTo>
                <a:lnTo>
                  <a:pt x="313025" y="955984"/>
                </a:lnTo>
                <a:lnTo>
                  <a:pt x="356254" y="970817"/>
                </a:lnTo>
                <a:lnTo>
                  <a:pt x="401181" y="981669"/>
                </a:lnTo>
                <a:lnTo>
                  <a:pt x="447599" y="988332"/>
                </a:lnTo>
                <a:lnTo>
                  <a:pt x="495300" y="990600"/>
                </a:lnTo>
                <a:lnTo>
                  <a:pt x="543002" y="988332"/>
                </a:lnTo>
                <a:lnTo>
                  <a:pt x="589421" y="981669"/>
                </a:lnTo>
                <a:lnTo>
                  <a:pt x="634350" y="970817"/>
                </a:lnTo>
                <a:lnTo>
                  <a:pt x="677580" y="955984"/>
                </a:lnTo>
                <a:lnTo>
                  <a:pt x="718904" y="937377"/>
                </a:lnTo>
                <a:lnTo>
                  <a:pt x="758115" y="915205"/>
                </a:lnTo>
                <a:lnTo>
                  <a:pt x="795005" y="889674"/>
                </a:lnTo>
                <a:lnTo>
                  <a:pt x="829366" y="860992"/>
                </a:lnTo>
                <a:lnTo>
                  <a:pt x="860992" y="829366"/>
                </a:lnTo>
                <a:lnTo>
                  <a:pt x="889674" y="795005"/>
                </a:lnTo>
                <a:lnTo>
                  <a:pt x="915205" y="758115"/>
                </a:lnTo>
                <a:lnTo>
                  <a:pt x="937377" y="718904"/>
                </a:lnTo>
                <a:lnTo>
                  <a:pt x="955984" y="677580"/>
                </a:lnTo>
                <a:lnTo>
                  <a:pt x="970817" y="634350"/>
                </a:lnTo>
                <a:lnTo>
                  <a:pt x="981669" y="589421"/>
                </a:lnTo>
                <a:lnTo>
                  <a:pt x="988332" y="543002"/>
                </a:lnTo>
                <a:lnTo>
                  <a:pt x="990599" y="495300"/>
                </a:lnTo>
                <a:lnTo>
                  <a:pt x="988332" y="447597"/>
                </a:lnTo>
                <a:lnTo>
                  <a:pt x="981669" y="401178"/>
                </a:lnTo>
                <a:lnTo>
                  <a:pt x="970817" y="356249"/>
                </a:lnTo>
                <a:lnTo>
                  <a:pt x="955984" y="313019"/>
                </a:lnTo>
                <a:lnTo>
                  <a:pt x="937377" y="271695"/>
                </a:lnTo>
                <a:lnTo>
                  <a:pt x="915205" y="232484"/>
                </a:lnTo>
                <a:lnTo>
                  <a:pt x="889674" y="195594"/>
                </a:lnTo>
                <a:lnTo>
                  <a:pt x="860992" y="161233"/>
                </a:lnTo>
                <a:lnTo>
                  <a:pt x="829366" y="129607"/>
                </a:lnTo>
                <a:lnTo>
                  <a:pt x="795005" y="100925"/>
                </a:lnTo>
                <a:lnTo>
                  <a:pt x="758115" y="75394"/>
                </a:lnTo>
                <a:lnTo>
                  <a:pt x="718904" y="53222"/>
                </a:lnTo>
                <a:lnTo>
                  <a:pt x="677580" y="34615"/>
                </a:lnTo>
                <a:lnTo>
                  <a:pt x="634350" y="19782"/>
                </a:lnTo>
                <a:lnTo>
                  <a:pt x="589421" y="8930"/>
                </a:lnTo>
                <a:lnTo>
                  <a:pt x="543002" y="2267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91285" y="3542538"/>
            <a:ext cx="236854" cy="4387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700" spc="125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443026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29080" y="4539741"/>
            <a:ext cx="1708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8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2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3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7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5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1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4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5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7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29080" y="5205729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2500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29080" y="2093213"/>
            <a:ext cx="155575" cy="951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7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5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1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4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5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7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29080" y="6537146"/>
            <a:ext cx="154940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29080" y="5871717"/>
            <a:ext cx="16573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8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5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1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3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5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7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8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4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2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3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29080" y="7204912"/>
            <a:ext cx="165735" cy="9537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9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023" rIns="0" bIns="0" rtlCol="0" vert="horz">
            <a:spAutoFit/>
          </a:bodyPr>
          <a:lstStyle/>
          <a:p>
            <a:pPr marL="361886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OBJECTIVES</a:t>
            </a: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080386" y="3720541"/>
            <a:ext cx="14512290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70560" indent="-65786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670560" algn="l"/>
              </a:tabLst>
            </a:pPr>
            <a:r>
              <a:rPr dirty="0" sz="3000" spc="-120">
                <a:latin typeface="Calibri"/>
                <a:cs typeface="Calibri"/>
              </a:rPr>
              <a:t>To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Design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and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develop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React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JS-</a:t>
            </a:r>
            <a:r>
              <a:rPr dirty="0" sz="3000">
                <a:latin typeface="Calibri"/>
                <a:cs typeface="Calibri"/>
              </a:rPr>
              <a:t>based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web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application</a:t>
            </a:r>
            <a:r>
              <a:rPr dirty="0" sz="3000" spc="-1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for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efficient</a:t>
            </a:r>
            <a:r>
              <a:rPr dirty="0" sz="3000" spc="-10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event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ticket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booking.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80386" y="4635195"/>
            <a:ext cx="1169352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5470" indent="-57277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585470" algn="l"/>
              </a:tabLst>
            </a:pPr>
            <a:r>
              <a:rPr dirty="0" sz="3000" spc="-120">
                <a:latin typeface="Calibri"/>
                <a:cs typeface="Calibri"/>
              </a:rPr>
              <a:t>To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provide</a:t>
            </a:r>
            <a:r>
              <a:rPr dirty="0" sz="3000" spc="-100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real-</a:t>
            </a:r>
            <a:r>
              <a:rPr dirty="0" sz="3000">
                <a:latin typeface="Calibri"/>
                <a:cs typeface="Calibri"/>
              </a:rPr>
              <a:t>time</a:t>
            </a:r>
            <a:r>
              <a:rPr dirty="0" sz="3000" spc="-9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ticket</a:t>
            </a:r>
            <a:r>
              <a:rPr dirty="0" sz="3000" spc="-9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availability</a:t>
            </a:r>
            <a:r>
              <a:rPr dirty="0" sz="3000" spc="-1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and</a:t>
            </a:r>
            <a:r>
              <a:rPr dirty="0" sz="3000" spc="-9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instant</a:t>
            </a:r>
            <a:r>
              <a:rPr dirty="0" sz="3000" spc="-114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booking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confirmation.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80386" y="5550153"/>
            <a:ext cx="1130363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5470" indent="-57277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585470" algn="l"/>
              </a:tabLst>
            </a:pPr>
            <a:r>
              <a:rPr dirty="0" sz="3000" spc="-140">
                <a:latin typeface="Calibri"/>
                <a:cs typeface="Calibri"/>
              </a:rPr>
              <a:t>To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develop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admin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panel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for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managing</a:t>
            </a:r>
            <a:r>
              <a:rPr dirty="0" sz="3000" spc="-10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events,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bookings,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and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users.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80386" y="6464934"/>
            <a:ext cx="1130363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5470" indent="-57277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585470" algn="l"/>
              </a:tabLst>
            </a:pPr>
            <a:r>
              <a:rPr dirty="0" sz="3000" spc="-140">
                <a:latin typeface="Calibri"/>
                <a:cs typeface="Calibri"/>
              </a:rPr>
              <a:t>To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develop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admin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panel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for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managing</a:t>
            </a:r>
            <a:r>
              <a:rPr dirty="0" sz="3000" spc="-10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events,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bookings,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and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users.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3983735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9" y="2267"/>
                </a:lnTo>
                <a:lnTo>
                  <a:pt x="401181" y="8930"/>
                </a:lnTo>
                <a:lnTo>
                  <a:pt x="356254" y="19782"/>
                </a:lnTo>
                <a:lnTo>
                  <a:pt x="313025" y="34615"/>
                </a:lnTo>
                <a:lnTo>
                  <a:pt x="271701" y="53222"/>
                </a:lnTo>
                <a:lnTo>
                  <a:pt x="232490" y="75394"/>
                </a:lnTo>
                <a:lnTo>
                  <a:pt x="195600" y="100925"/>
                </a:lnTo>
                <a:lnTo>
                  <a:pt x="161238" y="129607"/>
                </a:lnTo>
                <a:lnTo>
                  <a:pt x="129612" y="161233"/>
                </a:lnTo>
                <a:lnTo>
                  <a:pt x="100929" y="195594"/>
                </a:lnTo>
                <a:lnTo>
                  <a:pt x="75397" y="232484"/>
                </a:lnTo>
                <a:lnTo>
                  <a:pt x="53224" y="271695"/>
                </a:lnTo>
                <a:lnTo>
                  <a:pt x="34617" y="313019"/>
                </a:lnTo>
                <a:lnTo>
                  <a:pt x="19783" y="356249"/>
                </a:lnTo>
                <a:lnTo>
                  <a:pt x="8931" y="401178"/>
                </a:lnTo>
                <a:lnTo>
                  <a:pt x="2267" y="447597"/>
                </a:lnTo>
                <a:lnTo>
                  <a:pt x="0" y="495300"/>
                </a:lnTo>
                <a:lnTo>
                  <a:pt x="2267" y="543002"/>
                </a:lnTo>
                <a:lnTo>
                  <a:pt x="8931" y="589421"/>
                </a:lnTo>
                <a:lnTo>
                  <a:pt x="19783" y="634350"/>
                </a:lnTo>
                <a:lnTo>
                  <a:pt x="34617" y="677580"/>
                </a:lnTo>
                <a:lnTo>
                  <a:pt x="53224" y="718904"/>
                </a:lnTo>
                <a:lnTo>
                  <a:pt x="75397" y="758115"/>
                </a:lnTo>
                <a:lnTo>
                  <a:pt x="100929" y="795005"/>
                </a:lnTo>
                <a:lnTo>
                  <a:pt x="129612" y="829366"/>
                </a:lnTo>
                <a:lnTo>
                  <a:pt x="161238" y="860992"/>
                </a:lnTo>
                <a:lnTo>
                  <a:pt x="195600" y="889674"/>
                </a:lnTo>
                <a:lnTo>
                  <a:pt x="232490" y="915205"/>
                </a:lnTo>
                <a:lnTo>
                  <a:pt x="271701" y="937377"/>
                </a:lnTo>
                <a:lnTo>
                  <a:pt x="313025" y="955984"/>
                </a:lnTo>
                <a:lnTo>
                  <a:pt x="356254" y="970817"/>
                </a:lnTo>
                <a:lnTo>
                  <a:pt x="401181" y="981669"/>
                </a:lnTo>
                <a:lnTo>
                  <a:pt x="447599" y="988332"/>
                </a:lnTo>
                <a:lnTo>
                  <a:pt x="495300" y="990600"/>
                </a:lnTo>
                <a:lnTo>
                  <a:pt x="543002" y="988332"/>
                </a:lnTo>
                <a:lnTo>
                  <a:pt x="589421" y="981669"/>
                </a:lnTo>
                <a:lnTo>
                  <a:pt x="634350" y="970817"/>
                </a:lnTo>
                <a:lnTo>
                  <a:pt x="677580" y="955984"/>
                </a:lnTo>
                <a:lnTo>
                  <a:pt x="718904" y="937377"/>
                </a:lnTo>
                <a:lnTo>
                  <a:pt x="758115" y="915205"/>
                </a:lnTo>
                <a:lnTo>
                  <a:pt x="795005" y="889674"/>
                </a:lnTo>
                <a:lnTo>
                  <a:pt x="829366" y="860992"/>
                </a:lnTo>
                <a:lnTo>
                  <a:pt x="860992" y="829366"/>
                </a:lnTo>
                <a:lnTo>
                  <a:pt x="889674" y="795005"/>
                </a:lnTo>
                <a:lnTo>
                  <a:pt x="915205" y="758115"/>
                </a:lnTo>
                <a:lnTo>
                  <a:pt x="937377" y="718904"/>
                </a:lnTo>
                <a:lnTo>
                  <a:pt x="955984" y="677580"/>
                </a:lnTo>
                <a:lnTo>
                  <a:pt x="970817" y="634350"/>
                </a:lnTo>
                <a:lnTo>
                  <a:pt x="981669" y="589421"/>
                </a:lnTo>
                <a:lnTo>
                  <a:pt x="988332" y="543002"/>
                </a:lnTo>
                <a:lnTo>
                  <a:pt x="990599" y="495300"/>
                </a:lnTo>
                <a:lnTo>
                  <a:pt x="988332" y="447597"/>
                </a:lnTo>
                <a:lnTo>
                  <a:pt x="981669" y="401178"/>
                </a:lnTo>
                <a:lnTo>
                  <a:pt x="970817" y="356249"/>
                </a:lnTo>
                <a:lnTo>
                  <a:pt x="955984" y="313019"/>
                </a:lnTo>
                <a:lnTo>
                  <a:pt x="937377" y="271695"/>
                </a:lnTo>
                <a:lnTo>
                  <a:pt x="915205" y="232484"/>
                </a:lnTo>
                <a:lnTo>
                  <a:pt x="889674" y="195594"/>
                </a:lnTo>
                <a:lnTo>
                  <a:pt x="860992" y="161233"/>
                </a:lnTo>
                <a:lnTo>
                  <a:pt x="829366" y="129607"/>
                </a:lnTo>
                <a:lnTo>
                  <a:pt x="795005" y="100925"/>
                </a:lnTo>
                <a:lnTo>
                  <a:pt x="758115" y="75394"/>
                </a:lnTo>
                <a:lnTo>
                  <a:pt x="718904" y="53222"/>
                </a:lnTo>
                <a:lnTo>
                  <a:pt x="677580" y="34615"/>
                </a:lnTo>
                <a:lnTo>
                  <a:pt x="634350" y="19782"/>
                </a:lnTo>
                <a:lnTo>
                  <a:pt x="589421" y="8930"/>
                </a:lnTo>
                <a:lnTo>
                  <a:pt x="543002" y="2267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91285" y="4210304"/>
            <a:ext cx="256540" cy="4387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700" spc="285">
                <a:solidFill>
                  <a:srgbClr val="FFFDFD"/>
                </a:solidFill>
                <a:latin typeface="Tahoma"/>
                <a:cs typeface="Tahoma"/>
              </a:rPr>
              <a:t>4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29080" y="3426967"/>
            <a:ext cx="15811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8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2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3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29080" y="2093213"/>
            <a:ext cx="10287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7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5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1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4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5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7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29080" y="5205729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2500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29080" y="2759201"/>
            <a:ext cx="15557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7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5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1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4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5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7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29080" y="6537146"/>
            <a:ext cx="154940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29080" y="5871717"/>
            <a:ext cx="16573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8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5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1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3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5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7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29080" y="7204912"/>
            <a:ext cx="16192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9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8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4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2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3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129080" y="7872806"/>
            <a:ext cx="16573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023" rIns="0" bIns="0" rtlCol="0" vert="horz">
            <a:spAutoFit/>
          </a:bodyPr>
          <a:lstStyle/>
          <a:p>
            <a:pPr marL="255778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dirty="0" spc="-200"/>
              <a:t> </a:t>
            </a:r>
            <a:r>
              <a:rPr dirty="0" spc="-10"/>
              <a:t>SYSTEM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106929" y="1511300"/>
            <a:ext cx="14984730" cy="880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800" spc="-25">
                <a:latin typeface="Calibri"/>
                <a:cs typeface="Calibri"/>
              </a:rPr>
              <a:t>1.The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proposed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system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React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JS-</a:t>
            </a:r>
            <a:r>
              <a:rPr dirty="0" sz="2800">
                <a:latin typeface="Calibri"/>
                <a:cs typeface="Calibri"/>
              </a:rPr>
              <a:t>based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web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application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managing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event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ticket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booking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single platform.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49729" y="2791714"/>
            <a:ext cx="889317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265" algn="l"/>
              </a:tabLst>
            </a:pPr>
            <a:r>
              <a:rPr dirty="0" sz="2800">
                <a:latin typeface="Calibri"/>
                <a:cs typeface="Calibri"/>
              </a:rPr>
              <a:t>-	2.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allows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users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35">
                <a:latin typeface="Calibri"/>
                <a:cs typeface="Calibri"/>
              </a:rPr>
              <a:t>register,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view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events,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book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tickets.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49729" y="3645535"/>
            <a:ext cx="633095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265" algn="l"/>
              </a:tabLst>
            </a:pPr>
            <a:r>
              <a:rPr dirty="0" sz="2800">
                <a:latin typeface="Calibri"/>
                <a:cs typeface="Calibri"/>
              </a:rPr>
              <a:t>-	3.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Admin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create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manage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events.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49729" y="4498669"/>
            <a:ext cx="11214735" cy="4540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69265" algn="l"/>
              </a:tabLst>
            </a:pPr>
            <a:r>
              <a:rPr dirty="0" sz="2800">
                <a:latin typeface="Calibri"/>
                <a:cs typeface="Calibri"/>
              </a:rPr>
              <a:t>-	4.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provides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real-</a:t>
            </a:r>
            <a:r>
              <a:rPr dirty="0" sz="2800">
                <a:latin typeface="Calibri"/>
                <a:cs typeface="Calibri"/>
              </a:rPr>
              <a:t>time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ticket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availability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instant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booking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confirmation.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49729" y="5352669"/>
            <a:ext cx="1029462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265" algn="l"/>
              </a:tabLst>
            </a:pPr>
            <a:r>
              <a:rPr dirty="0" sz="2800">
                <a:latin typeface="Calibri"/>
                <a:cs typeface="Calibri"/>
              </a:rPr>
              <a:t>-	5.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system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stores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booking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details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securely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generates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reports.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49729" y="6206490"/>
            <a:ext cx="6537959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265" algn="l"/>
              </a:tabLst>
            </a:pPr>
            <a:r>
              <a:rPr dirty="0" sz="2800">
                <a:latin typeface="Calibri"/>
                <a:cs typeface="Calibri"/>
              </a:rPr>
              <a:t>-	6.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reduces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manual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work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saves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time.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49729" y="7060183"/>
            <a:ext cx="654685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265" algn="l"/>
              </a:tabLst>
            </a:pPr>
            <a:r>
              <a:rPr dirty="0" sz="2800">
                <a:latin typeface="Calibri"/>
                <a:cs typeface="Calibri"/>
              </a:rPr>
              <a:t>-	7.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avoids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mistakes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Money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calculation.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49729" y="7913319"/>
            <a:ext cx="8199120" cy="4540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69265" algn="l"/>
              </a:tabLst>
            </a:pPr>
            <a:r>
              <a:rPr dirty="0" sz="2800">
                <a:latin typeface="Calibri"/>
                <a:cs typeface="Calibri"/>
              </a:rPr>
              <a:t>-	8.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faster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more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efficient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than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manual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systems.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4654296"/>
            <a:ext cx="990600" cy="993775"/>
          </a:xfrm>
          <a:custGeom>
            <a:avLst/>
            <a:gdLst/>
            <a:ahLst/>
            <a:cxnLst/>
            <a:rect l="l" t="t" r="r" b="b"/>
            <a:pathLst>
              <a:path w="990600" h="993775">
                <a:moveTo>
                  <a:pt x="495300" y="0"/>
                </a:moveTo>
                <a:lnTo>
                  <a:pt x="447599" y="2273"/>
                </a:lnTo>
                <a:lnTo>
                  <a:pt x="401181" y="8956"/>
                </a:lnTo>
                <a:lnTo>
                  <a:pt x="356254" y="19839"/>
                </a:lnTo>
                <a:lnTo>
                  <a:pt x="313025" y="34716"/>
                </a:lnTo>
                <a:lnTo>
                  <a:pt x="271701" y="53377"/>
                </a:lnTo>
                <a:lnTo>
                  <a:pt x="232490" y="75615"/>
                </a:lnTo>
                <a:lnTo>
                  <a:pt x="195600" y="101222"/>
                </a:lnTo>
                <a:lnTo>
                  <a:pt x="161238" y="129990"/>
                </a:lnTo>
                <a:lnTo>
                  <a:pt x="129612" y="161710"/>
                </a:lnTo>
                <a:lnTo>
                  <a:pt x="100929" y="196176"/>
                </a:lnTo>
                <a:lnTo>
                  <a:pt x="75397" y="233179"/>
                </a:lnTo>
                <a:lnTo>
                  <a:pt x="53224" y="272510"/>
                </a:lnTo>
                <a:lnTo>
                  <a:pt x="34617" y="313963"/>
                </a:lnTo>
                <a:lnTo>
                  <a:pt x="19783" y="357329"/>
                </a:lnTo>
                <a:lnTo>
                  <a:pt x="8931" y="402399"/>
                </a:lnTo>
                <a:lnTo>
                  <a:pt x="2267" y="448967"/>
                </a:lnTo>
                <a:lnTo>
                  <a:pt x="0" y="496824"/>
                </a:lnTo>
                <a:lnTo>
                  <a:pt x="2267" y="544680"/>
                </a:lnTo>
                <a:lnTo>
                  <a:pt x="8931" y="591248"/>
                </a:lnTo>
                <a:lnTo>
                  <a:pt x="19783" y="636318"/>
                </a:lnTo>
                <a:lnTo>
                  <a:pt x="34617" y="679684"/>
                </a:lnTo>
                <a:lnTo>
                  <a:pt x="53224" y="721137"/>
                </a:lnTo>
                <a:lnTo>
                  <a:pt x="75397" y="760468"/>
                </a:lnTo>
                <a:lnTo>
                  <a:pt x="100929" y="797471"/>
                </a:lnTo>
                <a:lnTo>
                  <a:pt x="129612" y="831937"/>
                </a:lnTo>
                <a:lnTo>
                  <a:pt x="161238" y="863657"/>
                </a:lnTo>
                <a:lnTo>
                  <a:pt x="195600" y="892425"/>
                </a:lnTo>
                <a:lnTo>
                  <a:pt x="232490" y="918032"/>
                </a:lnTo>
                <a:lnTo>
                  <a:pt x="271701" y="940270"/>
                </a:lnTo>
                <a:lnTo>
                  <a:pt x="313025" y="958931"/>
                </a:lnTo>
                <a:lnTo>
                  <a:pt x="356254" y="973808"/>
                </a:lnTo>
                <a:lnTo>
                  <a:pt x="401181" y="984691"/>
                </a:lnTo>
                <a:lnTo>
                  <a:pt x="447599" y="991374"/>
                </a:lnTo>
                <a:lnTo>
                  <a:pt x="495300" y="993648"/>
                </a:lnTo>
                <a:lnTo>
                  <a:pt x="543002" y="991374"/>
                </a:lnTo>
                <a:lnTo>
                  <a:pt x="589421" y="984691"/>
                </a:lnTo>
                <a:lnTo>
                  <a:pt x="634350" y="973808"/>
                </a:lnTo>
                <a:lnTo>
                  <a:pt x="677580" y="958931"/>
                </a:lnTo>
                <a:lnTo>
                  <a:pt x="718904" y="940270"/>
                </a:lnTo>
                <a:lnTo>
                  <a:pt x="758115" y="918032"/>
                </a:lnTo>
                <a:lnTo>
                  <a:pt x="795005" y="892425"/>
                </a:lnTo>
                <a:lnTo>
                  <a:pt x="829366" y="863657"/>
                </a:lnTo>
                <a:lnTo>
                  <a:pt x="860992" y="831937"/>
                </a:lnTo>
                <a:lnTo>
                  <a:pt x="889674" y="797471"/>
                </a:lnTo>
                <a:lnTo>
                  <a:pt x="915205" y="760468"/>
                </a:lnTo>
                <a:lnTo>
                  <a:pt x="937377" y="721137"/>
                </a:lnTo>
                <a:lnTo>
                  <a:pt x="955984" y="679684"/>
                </a:lnTo>
                <a:lnTo>
                  <a:pt x="970817" y="636318"/>
                </a:lnTo>
                <a:lnTo>
                  <a:pt x="981669" y="591248"/>
                </a:lnTo>
                <a:lnTo>
                  <a:pt x="988332" y="544680"/>
                </a:lnTo>
                <a:lnTo>
                  <a:pt x="990599" y="496824"/>
                </a:lnTo>
                <a:lnTo>
                  <a:pt x="988332" y="448967"/>
                </a:lnTo>
                <a:lnTo>
                  <a:pt x="981669" y="402399"/>
                </a:lnTo>
                <a:lnTo>
                  <a:pt x="970817" y="357329"/>
                </a:lnTo>
                <a:lnTo>
                  <a:pt x="955984" y="313963"/>
                </a:lnTo>
                <a:lnTo>
                  <a:pt x="937377" y="272510"/>
                </a:lnTo>
                <a:lnTo>
                  <a:pt x="915205" y="233179"/>
                </a:lnTo>
                <a:lnTo>
                  <a:pt x="889674" y="196176"/>
                </a:lnTo>
                <a:lnTo>
                  <a:pt x="860992" y="161710"/>
                </a:lnTo>
                <a:lnTo>
                  <a:pt x="829366" y="129990"/>
                </a:lnTo>
                <a:lnTo>
                  <a:pt x="795005" y="101222"/>
                </a:lnTo>
                <a:lnTo>
                  <a:pt x="758115" y="75615"/>
                </a:lnTo>
                <a:lnTo>
                  <a:pt x="718904" y="53377"/>
                </a:lnTo>
                <a:lnTo>
                  <a:pt x="677580" y="34716"/>
                </a:lnTo>
                <a:lnTo>
                  <a:pt x="634350" y="19839"/>
                </a:lnTo>
                <a:lnTo>
                  <a:pt x="589421" y="8956"/>
                </a:lnTo>
                <a:lnTo>
                  <a:pt x="543002" y="2273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91285" y="4883022"/>
            <a:ext cx="236220" cy="4387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700" spc="125">
                <a:solidFill>
                  <a:srgbClr val="FFFDFD"/>
                </a:solidFill>
                <a:latin typeface="Tahoma"/>
                <a:cs typeface="Tahoma"/>
              </a:rPr>
              <a:t>5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3320796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8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1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3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52500" y="1988820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52500" y="39883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7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5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1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4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5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7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52500" y="265328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8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2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3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29080" y="2097480"/>
            <a:ext cx="170815" cy="2287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36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2500" y="6432803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52500" y="576529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59" y="4396"/>
                </a:lnTo>
                <a:lnTo>
                  <a:pt x="165700" y="17071"/>
                </a:lnTo>
                <a:lnTo>
                  <a:pt x="126051" y="37253"/>
                </a:lnTo>
                <a:lnTo>
                  <a:pt x="90530" y="64171"/>
                </a:lnTo>
                <a:lnTo>
                  <a:pt x="59856" y="97053"/>
                </a:lnTo>
                <a:lnTo>
                  <a:pt x="34747" y="135127"/>
                </a:lnTo>
                <a:lnTo>
                  <a:pt x="15922" y="177624"/>
                </a:lnTo>
                <a:lnTo>
                  <a:pt x="4100" y="223770"/>
                </a:lnTo>
                <a:lnTo>
                  <a:pt x="0" y="272796"/>
                </a:lnTo>
                <a:lnTo>
                  <a:pt x="4100" y="321821"/>
                </a:lnTo>
                <a:lnTo>
                  <a:pt x="15922" y="367967"/>
                </a:lnTo>
                <a:lnTo>
                  <a:pt x="34747" y="410463"/>
                </a:lnTo>
                <a:lnTo>
                  <a:pt x="59856" y="448538"/>
                </a:lnTo>
                <a:lnTo>
                  <a:pt x="90530" y="481420"/>
                </a:lnTo>
                <a:lnTo>
                  <a:pt x="126051" y="508338"/>
                </a:lnTo>
                <a:lnTo>
                  <a:pt x="165700" y="528520"/>
                </a:lnTo>
                <a:lnTo>
                  <a:pt x="208759" y="541195"/>
                </a:lnTo>
                <a:lnTo>
                  <a:pt x="254508" y="545592"/>
                </a:lnTo>
                <a:lnTo>
                  <a:pt x="300263" y="541195"/>
                </a:lnTo>
                <a:lnTo>
                  <a:pt x="343325" y="528520"/>
                </a:lnTo>
                <a:lnTo>
                  <a:pt x="382975" y="508338"/>
                </a:lnTo>
                <a:lnTo>
                  <a:pt x="418495" y="481420"/>
                </a:lnTo>
                <a:lnTo>
                  <a:pt x="449168" y="448538"/>
                </a:lnTo>
                <a:lnTo>
                  <a:pt x="474274" y="410464"/>
                </a:lnTo>
                <a:lnTo>
                  <a:pt x="493096" y="367967"/>
                </a:lnTo>
                <a:lnTo>
                  <a:pt x="504916" y="321821"/>
                </a:lnTo>
                <a:lnTo>
                  <a:pt x="509016" y="272796"/>
                </a:lnTo>
                <a:lnTo>
                  <a:pt x="504916" y="223770"/>
                </a:lnTo>
                <a:lnTo>
                  <a:pt x="493096" y="177624"/>
                </a:lnTo>
                <a:lnTo>
                  <a:pt x="474274" y="135128"/>
                </a:lnTo>
                <a:lnTo>
                  <a:pt x="449168" y="97053"/>
                </a:lnTo>
                <a:lnTo>
                  <a:pt x="418495" y="64171"/>
                </a:lnTo>
                <a:lnTo>
                  <a:pt x="382975" y="37253"/>
                </a:lnTo>
                <a:lnTo>
                  <a:pt x="343325" y="17071"/>
                </a:lnTo>
                <a:lnTo>
                  <a:pt x="300263" y="4396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52500" y="70911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52500" y="7758683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29080" y="5876289"/>
            <a:ext cx="165735" cy="22777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9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378901" y="-257556"/>
            <a:ext cx="5166995" cy="1879600"/>
            <a:chOff x="13378901" y="-257556"/>
            <a:chExt cx="5166995" cy="1879600"/>
          </a:xfrm>
        </p:grpSpPr>
        <p:sp>
          <p:nvSpPr>
            <p:cNvPr id="15" name="object 15"/>
            <p:cNvSpPr/>
            <p:nvPr/>
          </p:nvSpPr>
          <p:spPr>
            <a:xfrm>
              <a:off x="13636457" y="0"/>
              <a:ext cx="4652010" cy="1363980"/>
            </a:xfrm>
            <a:custGeom>
              <a:avLst/>
              <a:gdLst/>
              <a:ahLst/>
              <a:cxnLst/>
              <a:rect l="l" t="t" r="r" b="b"/>
              <a:pathLst>
                <a:path w="4652009" h="1363980">
                  <a:moveTo>
                    <a:pt x="0" y="0"/>
                  </a:moveTo>
                  <a:lnTo>
                    <a:pt x="33320" y="29011"/>
                  </a:lnTo>
                  <a:lnTo>
                    <a:pt x="67439" y="58234"/>
                  </a:lnTo>
                  <a:lnTo>
                    <a:pt x="101799" y="87183"/>
                  </a:lnTo>
                  <a:lnTo>
                    <a:pt x="136398" y="115855"/>
                  </a:lnTo>
                  <a:lnTo>
                    <a:pt x="171234" y="144248"/>
                  </a:lnTo>
                  <a:lnTo>
                    <a:pt x="206306" y="172362"/>
                  </a:lnTo>
                  <a:lnTo>
                    <a:pt x="241611" y="200195"/>
                  </a:lnTo>
                  <a:lnTo>
                    <a:pt x="277149" y="227744"/>
                  </a:lnTo>
                  <a:lnTo>
                    <a:pt x="312917" y="255009"/>
                  </a:lnTo>
                  <a:lnTo>
                    <a:pt x="348914" y="281986"/>
                  </a:lnTo>
                  <a:lnTo>
                    <a:pt x="385138" y="308676"/>
                  </a:lnTo>
                  <a:lnTo>
                    <a:pt x="421587" y="335075"/>
                  </a:lnTo>
                  <a:lnTo>
                    <a:pt x="458260" y="361182"/>
                  </a:lnTo>
                  <a:lnTo>
                    <a:pt x="495154" y="386996"/>
                  </a:lnTo>
                  <a:lnTo>
                    <a:pt x="532269" y="412515"/>
                  </a:lnTo>
                  <a:lnTo>
                    <a:pt x="569603" y="437737"/>
                  </a:lnTo>
                  <a:lnTo>
                    <a:pt x="607153" y="462661"/>
                  </a:lnTo>
                  <a:lnTo>
                    <a:pt x="644918" y="487284"/>
                  </a:lnTo>
                  <a:lnTo>
                    <a:pt x="682897" y="511605"/>
                  </a:lnTo>
                  <a:lnTo>
                    <a:pt x="721088" y="535623"/>
                  </a:lnTo>
                  <a:lnTo>
                    <a:pt x="759488" y="559335"/>
                  </a:lnTo>
                  <a:lnTo>
                    <a:pt x="798097" y="582740"/>
                  </a:lnTo>
                  <a:lnTo>
                    <a:pt x="836912" y="605836"/>
                  </a:lnTo>
                  <a:lnTo>
                    <a:pt x="875933" y="628622"/>
                  </a:lnTo>
                  <a:lnTo>
                    <a:pt x="915156" y="651095"/>
                  </a:lnTo>
                  <a:lnTo>
                    <a:pt x="954581" y="673255"/>
                  </a:lnTo>
                  <a:lnTo>
                    <a:pt x="994206" y="695099"/>
                  </a:lnTo>
                  <a:lnTo>
                    <a:pt x="1034028" y="716626"/>
                  </a:lnTo>
                  <a:lnTo>
                    <a:pt x="1074048" y="737834"/>
                  </a:lnTo>
                  <a:lnTo>
                    <a:pt x="1114261" y="758721"/>
                  </a:lnTo>
                  <a:lnTo>
                    <a:pt x="1154668" y="779285"/>
                  </a:lnTo>
                  <a:lnTo>
                    <a:pt x="1195266" y="799526"/>
                  </a:lnTo>
                  <a:lnTo>
                    <a:pt x="1236054" y="819441"/>
                  </a:lnTo>
                  <a:lnTo>
                    <a:pt x="1277029" y="839028"/>
                  </a:lnTo>
                  <a:lnTo>
                    <a:pt x="1318191" y="858286"/>
                  </a:lnTo>
                  <a:lnTo>
                    <a:pt x="1359537" y="877213"/>
                  </a:lnTo>
                  <a:lnTo>
                    <a:pt x="1401066" y="895807"/>
                  </a:lnTo>
                  <a:lnTo>
                    <a:pt x="1442775" y="914067"/>
                  </a:lnTo>
                  <a:lnTo>
                    <a:pt x="1484665" y="931991"/>
                  </a:lnTo>
                  <a:lnTo>
                    <a:pt x="1526731" y="949577"/>
                  </a:lnTo>
                  <a:lnTo>
                    <a:pt x="1568974" y="966824"/>
                  </a:lnTo>
                  <a:lnTo>
                    <a:pt x="1611391" y="983730"/>
                  </a:lnTo>
                  <a:lnTo>
                    <a:pt x="1653981" y="1000292"/>
                  </a:lnTo>
                  <a:lnTo>
                    <a:pt x="1696741" y="1016511"/>
                  </a:lnTo>
                  <a:lnTo>
                    <a:pt x="1739670" y="1032383"/>
                  </a:lnTo>
                  <a:lnTo>
                    <a:pt x="1782767" y="1047907"/>
                  </a:lnTo>
                  <a:lnTo>
                    <a:pt x="1826030" y="1063081"/>
                  </a:lnTo>
                  <a:lnTo>
                    <a:pt x="1869456" y="1077904"/>
                  </a:lnTo>
                  <a:lnTo>
                    <a:pt x="1913045" y="1092374"/>
                  </a:lnTo>
                  <a:lnTo>
                    <a:pt x="1956795" y="1106489"/>
                  </a:lnTo>
                  <a:lnTo>
                    <a:pt x="2000703" y="1120247"/>
                  </a:lnTo>
                  <a:lnTo>
                    <a:pt x="2044769" y="1133648"/>
                  </a:lnTo>
                  <a:lnTo>
                    <a:pt x="2088990" y="1146688"/>
                  </a:lnTo>
                  <a:lnTo>
                    <a:pt x="2133364" y="1159367"/>
                  </a:lnTo>
                  <a:lnTo>
                    <a:pt x="2177891" y="1171683"/>
                  </a:lnTo>
                  <a:lnTo>
                    <a:pt x="2222569" y="1183633"/>
                  </a:lnTo>
                  <a:lnTo>
                    <a:pt x="2267395" y="1195217"/>
                  </a:lnTo>
                  <a:lnTo>
                    <a:pt x="2312368" y="1206433"/>
                  </a:lnTo>
                  <a:lnTo>
                    <a:pt x="2357486" y="1217278"/>
                  </a:lnTo>
                  <a:lnTo>
                    <a:pt x="2402748" y="1227752"/>
                  </a:lnTo>
                  <a:lnTo>
                    <a:pt x="2448151" y="1237852"/>
                  </a:lnTo>
                  <a:lnTo>
                    <a:pt x="2493695" y="1247577"/>
                  </a:lnTo>
                  <a:lnTo>
                    <a:pt x="2539377" y="1256925"/>
                  </a:lnTo>
                  <a:lnTo>
                    <a:pt x="2585196" y="1265894"/>
                  </a:lnTo>
                  <a:lnTo>
                    <a:pt x="2631151" y="1274483"/>
                  </a:lnTo>
                  <a:lnTo>
                    <a:pt x="2677238" y="1282690"/>
                  </a:lnTo>
                  <a:lnTo>
                    <a:pt x="2723457" y="1290513"/>
                  </a:lnTo>
                  <a:lnTo>
                    <a:pt x="2769806" y="1297951"/>
                  </a:lnTo>
                  <a:lnTo>
                    <a:pt x="2816283" y="1305002"/>
                  </a:lnTo>
                  <a:lnTo>
                    <a:pt x="2862887" y="1311664"/>
                  </a:lnTo>
                  <a:lnTo>
                    <a:pt x="2909616" y="1317935"/>
                  </a:lnTo>
                  <a:lnTo>
                    <a:pt x="2956467" y="1323814"/>
                  </a:lnTo>
                  <a:lnTo>
                    <a:pt x="3003441" y="1329299"/>
                  </a:lnTo>
                  <a:lnTo>
                    <a:pt x="3050534" y="1334388"/>
                  </a:lnTo>
                  <a:lnTo>
                    <a:pt x="3097744" y="1339080"/>
                  </a:lnTo>
                  <a:lnTo>
                    <a:pt x="3145072" y="1343373"/>
                  </a:lnTo>
                  <a:lnTo>
                    <a:pt x="3192514" y="1347265"/>
                  </a:lnTo>
                  <a:lnTo>
                    <a:pt x="3240068" y="1350755"/>
                  </a:lnTo>
                  <a:lnTo>
                    <a:pt x="3287734" y="1353841"/>
                  </a:lnTo>
                  <a:lnTo>
                    <a:pt x="3335510" y="1356520"/>
                  </a:lnTo>
                  <a:lnTo>
                    <a:pt x="3383393" y="1358792"/>
                  </a:lnTo>
                  <a:lnTo>
                    <a:pt x="3431382" y="1360655"/>
                  </a:lnTo>
                  <a:lnTo>
                    <a:pt x="3479476" y="1362107"/>
                  </a:lnTo>
                  <a:lnTo>
                    <a:pt x="3527672" y="1363146"/>
                  </a:lnTo>
                  <a:lnTo>
                    <a:pt x="3575970" y="1363771"/>
                  </a:lnTo>
                  <a:lnTo>
                    <a:pt x="3624367" y="1363979"/>
                  </a:lnTo>
                  <a:lnTo>
                    <a:pt x="3672763" y="1363771"/>
                  </a:lnTo>
                  <a:lnTo>
                    <a:pt x="3721061" y="1363146"/>
                  </a:lnTo>
                  <a:lnTo>
                    <a:pt x="3769257" y="1362107"/>
                  </a:lnTo>
                  <a:lnTo>
                    <a:pt x="3817351" y="1360655"/>
                  </a:lnTo>
                  <a:lnTo>
                    <a:pt x="3865340" y="1358792"/>
                  </a:lnTo>
                  <a:lnTo>
                    <a:pt x="3913223" y="1356520"/>
                  </a:lnTo>
                  <a:lnTo>
                    <a:pt x="3960999" y="1353841"/>
                  </a:lnTo>
                  <a:lnTo>
                    <a:pt x="4008665" y="1350755"/>
                  </a:lnTo>
                  <a:lnTo>
                    <a:pt x="4056220" y="1347265"/>
                  </a:lnTo>
                  <a:lnTo>
                    <a:pt x="4103661" y="1343373"/>
                  </a:lnTo>
                  <a:lnTo>
                    <a:pt x="4150989" y="1339080"/>
                  </a:lnTo>
                  <a:lnTo>
                    <a:pt x="4198200" y="1334388"/>
                  </a:lnTo>
                  <a:lnTo>
                    <a:pt x="4245293" y="1329299"/>
                  </a:lnTo>
                  <a:lnTo>
                    <a:pt x="4292266" y="1323814"/>
                  </a:lnTo>
                  <a:lnTo>
                    <a:pt x="4339117" y="1317935"/>
                  </a:lnTo>
                  <a:lnTo>
                    <a:pt x="4385846" y="1311664"/>
                  </a:lnTo>
                  <a:lnTo>
                    <a:pt x="4432450" y="1305002"/>
                  </a:lnTo>
                  <a:lnTo>
                    <a:pt x="4478927" y="1297951"/>
                  </a:lnTo>
                  <a:lnTo>
                    <a:pt x="4525276" y="1290513"/>
                  </a:lnTo>
                  <a:lnTo>
                    <a:pt x="4571495" y="1282690"/>
                  </a:lnTo>
                  <a:lnTo>
                    <a:pt x="4617583" y="1274483"/>
                  </a:lnTo>
                  <a:lnTo>
                    <a:pt x="4651543" y="1268136"/>
                  </a:lnTo>
                </a:path>
              </a:pathLst>
            </a:custGeom>
            <a:ln w="515111">
              <a:solidFill>
                <a:srgbClr val="FC61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12896" y="911352"/>
              <a:ext cx="947928" cy="234696"/>
            </a:xfrm>
            <a:prstGeom prst="rect">
              <a:avLst/>
            </a:prstGeom>
          </p:spPr>
        </p:pic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02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dirty="0" spc="-200"/>
              <a:t> </a:t>
            </a:r>
            <a:r>
              <a:rPr dirty="0" spc="-10"/>
              <a:t>SYSTEM</a:t>
            </a:r>
            <a:r>
              <a:rPr dirty="0" spc="-290"/>
              <a:t> </a:t>
            </a:r>
            <a:r>
              <a:rPr dirty="0" spc="-10"/>
              <a:t>ARCHITECTURE</a:t>
            </a: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0760" y="1740407"/>
            <a:ext cx="14609064" cy="7635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5318759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4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8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4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17498" y="5545963"/>
            <a:ext cx="248285" cy="4387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700" spc="215">
                <a:solidFill>
                  <a:srgbClr val="FFFDFD"/>
                </a:solidFill>
                <a:latin typeface="Tahoma"/>
                <a:cs typeface="Tahoma"/>
              </a:rPr>
              <a:t>6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3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4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79932" y="6426708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7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5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3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1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4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5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7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55293" y="2093213"/>
            <a:ext cx="170815" cy="2954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9932" y="7094219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5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3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1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5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7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4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55293" y="6537146"/>
            <a:ext cx="165735" cy="16211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700" spc="9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65379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WORKFLOW</a:t>
            </a: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50592" y="1711940"/>
            <a:ext cx="14426363" cy="69952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5977128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4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8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4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17498" y="6204025"/>
            <a:ext cx="231140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00" spc="80">
                <a:solidFill>
                  <a:srgbClr val="FFFDFD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55293" y="3426967"/>
            <a:ext cx="15811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3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55293" y="2093213"/>
            <a:ext cx="10287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55293" y="4094733"/>
            <a:ext cx="1708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4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55293" y="2759201"/>
            <a:ext cx="15557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1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1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55293" y="5430392"/>
            <a:ext cx="16573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55293" y="4762626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7094219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5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3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1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5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7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55293" y="7204912"/>
            <a:ext cx="16192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9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4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155293" y="7872806"/>
            <a:ext cx="16573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023" rIns="0" bIns="0" rtlCol="0" vert="horz">
            <a:spAutoFit/>
          </a:bodyPr>
          <a:lstStyle/>
          <a:p>
            <a:pPr marL="216725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dirty="0" spc="-70"/>
              <a:t> </a:t>
            </a:r>
            <a:r>
              <a:rPr dirty="0" spc="-20"/>
              <a:t>USED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288794" y="1647570"/>
            <a:ext cx="1440815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-10">
                <a:solidFill>
                  <a:srgbClr val="0033CC"/>
                </a:solidFill>
                <a:latin typeface="Calibri"/>
                <a:cs typeface="Calibri"/>
              </a:rPr>
              <a:t>Frontend: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88794" y="2501265"/>
            <a:ext cx="1701800" cy="17341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83210" indent="-273050">
              <a:lnSpc>
                <a:spcPct val="100000"/>
              </a:lnSpc>
              <a:spcBef>
                <a:spcPts val="105"/>
              </a:spcBef>
              <a:buSzPct val="96428"/>
              <a:buAutoNum type="arabicPeriod"/>
              <a:tabLst>
                <a:tab pos="283210" algn="l"/>
              </a:tabLst>
            </a:pPr>
            <a:r>
              <a:rPr dirty="0" sz="2800" spc="-10">
                <a:latin typeface="Calibri"/>
                <a:cs typeface="Calibri"/>
              </a:rPr>
              <a:t>HTML5</a:t>
            </a:r>
            <a:endParaRPr sz="2800">
              <a:latin typeface="Calibri"/>
              <a:cs typeface="Calibri"/>
            </a:endParaRPr>
          </a:p>
          <a:p>
            <a:pPr marL="276860" indent="-273050">
              <a:lnSpc>
                <a:spcPct val="100000"/>
              </a:lnSpc>
              <a:buSzPct val="96428"/>
              <a:buAutoNum type="arabicPeriod"/>
              <a:tabLst>
                <a:tab pos="276860" algn="l"/>
              </a:tabLst>
            </a:pPr>
            <a:r>
              <a:rPr dirty="0" sz="2800" spc="-20">
                <a:latin typeface="Calibri"/>
                <a:cs typeface="Calibri"/>
              </a:rPr>
              <a:t>CSS3</a:t>
            </a:r>
            <a:endParaRPr sz="2800">
              <a:latin typeface="Calibri"/>
              <a:cs typeface="Calibri"/>
            </a:endParaRPr>
          </a:p>
          <a:p>
            <a:pPr marL="285750" indent="-273050">
              <a:lnSpc>
                <a:spcPct val="100000"/>
              </a:lnSpc>
              <a:buSzPct val="96428"/>
              <a:buAutoNum type="arabicPeriod"/>
              <a:tabLst>
                <a:tab pos="285750" algn="l"/>
              </a:tabLst>
            </a:pPr>
            <a:r>
              <a:rPr dirty="0" sz="2800" spc="-10">
                <a:latin typeface="Calibri"/>
                <a:cs typeface="Calibri"/>
              </a:rPr>
              <a:t>Javascript</a:t>
            </a:r>
            <a:endParaRPr sz="2800">
              <a:latin typeface="Calibri"/>
              <a:cs typeface="Calibri"/>
            </a:endParaRPr>
          </a:p>
          <a:p>
            <a:pPr marL="283210" indent="-273050">
              <a:lnSpc>
                <a:spcPct val="100000"/>
              </a:lnSpc>
              <a:spcBef>
                <a:spcPts val="5"/>
              </a:spcBef>
              <a:buSzPct val="96428"/>
              <a:buAutoNum type="arabicPeriod"/>
              <a:tabLst>
                <a:tab pos="283210" algn="l"/>
              </a:tabLst>
            </a:pPr>
            <a:r>
              <a:rPr dirty="0" sz="2800">
                <a:latin typeface="Calibri"/>
                <a:cs typeface="Calibri"/>
              </a:rPr>
              <a:t>React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JS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88794" y="4635500"/>
            <a:ext cx="133350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-10">
                <a:solidFill>
                  <a:srgbClr val="0033CC"/>
                </a:solidFill>
                <a:latin typeface="Calibri"/>
                <a:cs typeface="Calibri"/>
              </a:rPr>
              <a:t>Backend: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88794" y="5488635"/>
            <a:ext cx="1410970" cy="4540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>
                <a:latin typeface="Calibri"/>
                <a:cs typeface="Calibri"/>
              </a:rPr>
              <a:t>1.Node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Js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71089" y="6342329"/>
            <a:ext cx="2592070" cy="4540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>
                <a:solidFill>
                  <a:srgbClr val="0033CC"/>
                </a:solidFill>
                <a:latin typeface="Calibri"/>
                <a:cs typeface="Calibri"/>
              </a:rPr>
              <a:t>Data</a:t>
            </a:r>
            <a:r>
              <a:rPr dirty="0" sz="2800" spc="-6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0033CC"/>
                </a:solidFill>
                <a:latin typeface="Calibri"/>
                <a:cs typeface="Calibri"/>
              </a:rPr>
              <a:t>Base</a:t>
            </a:r>
            <a:r>
              <a:rPr dirty="0" sz="2800" spc="-5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0033CC"/>
                </a:solidFill>
                <a:latin typeface="Calibri"/>
                <a:cs typeface="Calibri"/>
              </a:rPr>
              <a:t>/</a:t>
            </a:r>
            <a:r>
              <a:rPr dirty="0" sz="2800" spc="-45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0033CC"/>
                </a:solidFill>
                <a:latin typeface="Calibri"/>
                <a:cs typeface="Calibri"/>
              </a:rPr>
              <a:t>Tools: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88794" y="7196455"/>
            <a:ext cx="151257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-10">
                <a:latin typeface="Calibri"/>
                <a:cs typeface="Calibri"/>
              </a:rPr>
              <a:t>1.Firebase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288794" y="8050148"/>
            <a:ext cx="3514090" cy="17341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>
                <a:solidFill>
                  <a:srgbClr val="0033CC"/>
                </a:solidFill>
                <a:latin typeface="Calibri"/>
                <a:cs typeface="Calibri"/>
              </a:rPr>
              <a:t>Software</a:t>
            </a:r>
            <a:r>
              <a:rPr dirty="0" sz="2800" spc="-12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0033CC"/>
                </a:solidFill>
                <a:latin typeface="Calibri"/>
                <a:cs typeface="Calibri"/>
              </a:rPr>
              <a:t>Requirements</a:t>
            </a:r>
            <a:r>
              <a:rPr dirty="0" sz="2800" spc="-1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258445" indent="-257175">
              <a:lnSpc>
                <a:spcPct val="100000"/>
              </a:lnSpc>
              <a:spcBef>
                <a:spcPts val="3365"/>
              </a:spcBef>
              <a:buSzPct val="91071"/>
              <a:buAutoNum type="arabicPeriod"/>
              <a:tabLst>
                <a:tab pos="258445" algn="l"/>
              </a:tabLst>
            </a:pPr>
            <a:r>
              <a:rPr dirty="0" sz="2800">
                <a:latin typeface="Calibri"/>
                <a:cs typeface="Calibri"/>
              </a:rPr>
              <a:t>Windows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/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Mac</a:t>
            </a:r>
            <a:endParaRPr sz="2800">
              <a:latin typeface="Calibri"/>
              <a:cs typeface="Calibri"/>
            </a:endParaRPr>
          </a:p>
          <a:p>
            <a:pPr marL="364490" indent="-351790">
              <a:lnSpc>
                <a:spcPct val="100000"/>
              </a:lnSpc>
              <a:buSzPct val="91071"/>
              <a:buAutoNum type="arabicPeriod"/>
              <a:tabLst>
                <a:tab pos="364490" algn="l"/>
              </a:tabLst>
            </a:pPr>
            <a:r>
              <a:rPr dirty="0" sz="2800">
                <a:latin typeface="Calibri"/>
                <a:cs typeface="Calibri"/>
              </a:rPr>
              <a:t>Web</a:t>
            </a:r>
            <a:r>
              <a:rPr dirty="0" sz="2800" spc="-1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Browser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17498" y="6881621"/>
            <a:ext cx="242570" cy="4387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700" spc="170">
                <a:solidFill>
                  <a:srgbClr val="FFFDFD"/>
                </a:solidFill>
                <a:latin typeface="Tahoma"/>
                <a:cs typeface="Tahoma"/>
              </a:rPr>
              <a:t>8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55293" y="3426967"/>
            <a:ext cx="15811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3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55293" y="2093213"/>
            <a:ext cx="10287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55293" y="4094733"/>
            <a:ext cx="1708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4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55293" y="2759201"/>
            <a:ext cx="15557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1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1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55293" y="5430392"/>
            <a:ext cx="16573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55293" y="4762626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1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1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55293" y="6098285"/>
            <a:ext cx="15494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4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155293" y="7872806"/>
            <a:ext cx="16573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17170908" y="1997626"/>
            <a:ext cx="1117600" cy="6645909"/>
          </a:xfrm>
          <a:custGeom>
            <a:avLst/>
            <a:gdLst/>
            <a:ahLst/>
            <a:cxnLst/>
            <a:rect l="l" t="t" r="r" b="b"/>
            <a:pathLst>
              <a:path w="1117600" h="6645909">
                <a:moveTo>
                  <a:pt x="1117092" y="0"/>
                </a:moveTo>
                <a:lnTo>
                  <a:pt x="1082279" y="46275"/>
                </a:lnTo>
                <a:lnTo>
                  <a:pt x="1055582" y="82509"/>
                </a:lnTo>
                <a:lnTo>
                  <a:pt x="1029176" y="118968"/>
                </a:lnTo>
                <a:lnTo>
                  <a:pt x="1003062" y="155651"/>
                </a:lnTo>
                <a:lnTo>
                  <a:pt x="977241" y="192556"/>
                </a:lnTo>
                <a:lnTo>
                  <a:pt x="951715" y="229681"/>
                </a:lnTo>
                <a:lnTo>
                  <a:pt x="926486" y="267025"/>
                </a:lnTo>
                <a:lnTo>
                  <a:pt x="901556" y="304586"/>
                </a:lnTo>
                <a:lnTo>
                  <a:pt x="876926" y="342362"/>
                </a:lnTo>
                <a:lnTo>
                  <a:pt x="852599" y="380351"/>
                </a:lnTo>
                <a:lnTo>
                  <a:pt x="828575" y="418552"/>
                </a:lnTo>
                <a:lnTo>
                  <a:pt x="804856" y="456963"/>
                </a:lnTo>
                <a:lnTo>
                  <a:pt x="781445" y="495582"/>
                </a:lnTo>
                <a:lnTo>
                  <a:pt x="758342" y="534409"/>
                </a:lnTo>
                <a:lnTo>
                  <a:pt x="735551" y="573440"/>
                </a:lnTo>
                <a:lnTo>
                  <a:pt x="713071" y="612674"/>
                </a:lnTo>
                <a:lnTo>
                  <a:pt x="690906" y="652110"/>
                </a:lnTo>
                <a:lnTo>
                  <a:pt x="669056" y="691746"/>
                </a:lnTo>
                <a:lnTo>
                  <a:pt x="647523" y="731579"/>
                </a:lnTo>
                <a:lnTo>
                  <a:pt x="626310" y="771610"/>
                </a:lnTo>
                <a:lnTo>
                  <a:pt x="605417" y="811835"/>
                </a:lnTo>
                <a:lnTo>
                  <a:pt x="584847" y="852253"/>
                </a:lnTo>
                <a:lnTo>
                  <a:pt x="564601" y="892862"/>
                </a:lnTo>
                <a:lnTo>
                  <a:pt x="544681" y="933661"/>
                </a:lnTo>
                <a:lnTo>
                  <a:pt x="525089" y="974648"/>
                </a:lnTo>
                <a:lnTo>
                  <a:pt x="505826" y="1015821"/>
                </a:lnTo>
                <a:lnTo>
                  <a:pt x="486894" y="1057179"/>
                </a:lnTo>
                <a:lnTo>
                  <a:pt x="468295" y="1098719"/>
                </a:lnTo>
                <a:lnTo>
                  <a:pt x="450030" y="1140441"/>
                </a:lnTo>
                <a:lnTo>
                  <a:pt x="432101" y="1182342"/>
                </a:lnTo>
                <a:lnTo>
                  <a:pt x="414510" y="1224420"/>
                </a:lnTo>
                <a:lnTo>
                  <a:pt x="397259" y="1266675"/>
                </a:lnTo>
                <a:lnTo>
                  <a:pt x="380349" y="1309104"/>
                </a:lnTo>
                <a:lnTo>
                  <a:pt x="363782" y="1351705"/>
                </a:lnTo>
                <a:lnTo>
                  <a:pt x="347559" y="1394478"/>
                </a:lnTo>
                <a:lnTo>
                  <a:pt x="331683" y="1437419"/>
                </a:lnTo>
                <a:lnTo>
                  <a:pt x="316155" y="1480528"/>
                </a:lnTo>
                <a:lnTo>
                  <a:pt x="300977" y="1523803"/>
                </a:lnTo>
                <a:lnTo>
                  <a:pt x="286150" y="1567242"/>
                </a:lnTo>
                <a:lnTo>
                  <a:pt x="271676" y="1610843"/>
                </a:lnTo>
                <a:lnTo>
                  <a:pt x="257557" y="1654605"/>
                </a:lnTo>
                <a:lnTo>
                  <a:pt x="243795" y="1698525"/>
                </a:lnTo>
                <a:lnTo>
                  <a:pt x="230391" y="1742604"/>
                </a:lnTo>
                <a:lnTo>
                  <a:pt x="217347" y="1786837"/>
                </a:lnTo>
                <a:lnTo>
                  <a:pt x="204665" y="1831225"/>
                </a:lnTo>
                <a:lnTo>
                  <a:pt x="192346" y="1875764"/>
                </a:lnTo>
                <a:lnTo>
                  <a:pt x="180392" y="1920454"/>
                </a:lnTo>
                <a:lnTo>
                  <a:pt x="168806" y="1965293"/>
                </a:lnTo>
                <a:lnTo>
                  <a:pt x="157587" y="2010279"/>
                </a:lnTo>
                <a:lnTo>
                  <a:pt x="146739" y="2055410"/>
                </a:lnTo>
                <a:lnTo>
                  <a:pt x="136262" y="2100685"/>
                </a:lnTo>
                <a:lnTo>
                  <a:pt x="126160" y="2146101"/>
                </a:lnTo>
                <a:lnTo>
                  <a:pt x="116432" y="2191658"/>
                </a:lnTo>
                <a:lnTo>
                  <a:pt x="107082" y="2237353"/>
                </a:lnTo>
                <a:lnTo>
                  <a:pt x="98110" y="2283186"/>
                </a:lnTo>
                <a:lnTo>
                  <a:pt x="89519" y="2329153"/>
                </a:lnTo>
                <a:lnTo>
                  <a:pt x="81310" y="2375253"/>
                </a:lnTo>
                <a:lnTo>
                  <a:pt x="73485" y="2421486"/>
                </a:lnTo>
                <a:lnTo>
                  <a:pt x="66045" y="2467848"/>
                </a:lnTo>
                <a:lnTo>
                  <a:pt x="58992" y="2514339"/>
                </a:lnTo>
                <a:lnTo>
                  <a:pt x="52329" y="2560956"/>
                </a:lnTo>
                <a:lnTo>
                  <a:pt x="46056" y="2607698"/>
                </a:lnTo>
                <a:lnTo>
                  <a:pt x="40176" y="2654563"/>
                </a:lnTo>
                <a:lnTo>
                  <a:pt x="34689" y="2701550"/>
                </a:lnTo>
                <a:lnTo>
                  <a:pt x="29598" y="2748657"/>
                </a:lnTo>
                <a:lnTo>
                  <a:pt x="24905" y="2795881"/>
                </a:lnTo>
                <a:lnTo>
                  <a:pt x="20611" y="2843222"/>
                </a:lnTo>
                <a:lnTo>
                  <a:pt x="16718" y="2890678"/>
                </a:lnTo>
                <a:lnTo>
                  <a:pt x="13227" y="2938246"/>
                </a:lnTo>
                <a:lnTo>
                  <a:pt x="10141" y="2985926"/>
                </a:lnTo>
                <a:lnTo>
                  <a:pt x="7461" y="3033716"/>
                </a:lnTo>
                <a:lnTo>
                  <a:pt x="5188" y="3081613"/>
                </a:lnTo>
                <a:lnTo>
                  <a:pt x="3325" y="3129616"/>
                </a:lnTo>
                <a:lnTo>
                  <a:pt x="1872" y="3177724"/>
                </a:lnTo>
                <a:lnTo>
                  <a:pt x="833" y="3225934"/>
                </a:lnTo>
                <a:lnTo>
                  <a:pt x="208" y="3274246"/>
                </a:lnTo>
                <a:lnTo>
                  <a:pt x="0" y="3322657"/>
                </a:lnTo>
                <a:lnTo>
                  <a:pt x="208" y="3371068"/>
                </a:lnTo>
                <a:lnTo>
                  <a:pt x="833" y="3419379"/>
                </a:lnTo>
                <a:lnTo>
                  <a:pt x="1872" y="3467590"/>
                </a:lnTo>
                <a:lnTo>
                  <a:pt x="3325" y="3515697"/>
                </a:lnTo>
                <a:lnTo>
                  <a:pt x="5188" y="3563701"/>
                </a:lnTo>
                <a:lnTo>
                  <a:pt x="7461" y="3611598"/>
                </a:lnTo>
                <a:lnTo>
                  <a:pt x="10141" y="3659387"/>
                </a:lnTo>
                <a:lnTo>
                  <a:pt x="13227" y="3707067"/>
                </a:lnTo>
                <a:lnTo>
                  <a:pt x="16718" y="3754636"/>
                </a:lnTo>
                <a:lnTo>
                  <a:pt x="20611" y="3802091"/>
                </a:lnTo>
                <a:lnTo>
                  <a:pt x="24905" y="3849432"/>
                </a:lnTo>
                <a:lnTo>
                  <a:pt x="29598" y="3896657"/>
                </a:lnTo>
                <a:lnTo>
                  <a:pt x="34689" y="3943763"/>
                </a:lnTo>
                <a:lnTo>
                  <a:pt x="40176" y="3990750"/>
                </a:lnTo>
                <a:lnTo>
                  <a:pt x="46056" y="4037615"/>
                </a:lnTo>
                <a:lnTo>
                  <a:pt x="52329" y="4084357"/>
                </a:lnTo>
                <a:lnTo>
                  <a:pt x="58992" y="4130975"/>
                </a:lnTo>
                <a:lnTo>
                  <a:pt x="66045" y="4177465"/>
                </a:lnTo>
                <a:lnTo>
                  <a:pt x="73485" y="4223828"/>
                </a:lnTo>
                <a:lnTo>
                  <a:pt x="81310" y="4270060"/>
                </a:lnTo>
                <a:lnTo>
                  <a:pt x="89519" y="4316161"/>
                </a:lnTo>
                <a:lnTo>
                  <a:pt x="98110" y="4362128"/>
                </a:lnTo>
                <a:lnTo>
                  <a:pt x="107082" y="4407960"/>
                </a:lnTo>
                <a:lnTo>
                  <a:pt x="116432" y="4453655"/>
                </a:lnTo>
                <a:lnTo>
                  <a:pt x="126160" y="4499212"/>
                </a:lnTo>
                <a:lnTo>
                  <a:pt x="136262" y="4544629"/>
                </a:lnTo>
                <a:lnTo>
                  <a:pt x="146739" y="4589904"/>
                </a:lnTo>
                <a:lnTo>
                  <a:pt x="157587" y="4635035"/>
                </a:lnTo>
                <a:lnTo>
                  <a:pt x="168806" y="4680021"/>
                </a:lnTo>
                <a:lnTo>
                  <a:pt x="180392" y="4724859"/>
                </a:lnTo>
                <a:lnTo>
                  <a:pt x="192346" y="4769549"/>
                </a:lnTo>
                <a:lnTo>
                  <a:pt x="204665" y="4814089"/>
                </a:lnTo>
                <a:lnTo>
                  <a:pt x="217347" y="4858476"/>
                </a:lnTo>
                <a:lnTo>
                  <a:pt x="230391" y="4902710"/>
                </a:lnTo>
                <a:lnTo>
                  <a:pt x="243795" y="4946788"/>
                </a:lnTo>
                <a:lnTo>
                  <a:pt x="257557" y="4990709"/>
                </a:lnTo>
                <a:lnTo>
                  <a:pt x="271676" y="5034471"/>
                </a:lnTo>
                <a:lnTo>
                  <a:pt x="286150" y="5078072"/>
                </a:lnTo>
                <a:lnTo>
                  <a:pt x="300977" y="5121511"/>
                </a:lnTo>
                <a:lnTo>
                  <a:pt x="316155" y="5164785"/>
                </a:lnTo>
                <a:lnTo>
                  <a:pt x="331683" y="5207894"/>
                </a:lnTo>
                <a:lnTo>
                  <a:pt x="347559" y="5250836"/>
                </a:lnTo>
                <a:lnTo>
                  <a:pt x="363782" y="5293608"/>
                </a:lnTo>
                <a:lnTo>
                  <a:pt x="380349" y="5336210"/>
                </a:lnTo>
                <a:lnTo>
                  <a:pt x="397259" y="5378639"/>
                </a:lnTo>
                <a:lnTo>
                  <a:pt x="414510" y="5420893"/>
                </a:lnTo>
                <a:lnTo>
                  <a:pt x="432101" y="5462972"/>
                </a:lnTo>
                <a:lnTo>
                  <a:pt x="450030" y="5504873"/>
                </a:lnTo>
                <a:lnTo>
                  <a:pt x="468295" y="5546594"/>
                </a:lnTo>
                <a:lnTo>
                  <a:pt x="486894" y="5588135"/>
                </a:lnTo>
                <a:lnTo>
                  <a:pt x="505826" y="5629492"/>
                </a:lnTo>
                <a:lnTo>
                  <a:pt x="525089" y="5670665"/>
                </a:lnTo>
                <a:lnTo>
                  <a:pt x="544681" y="5711652"/>
                </a:lnTo>
                <a:lnTo>
                  <a:pt x="564601" y="5752451"/>
                </a:lnTo>
                <a:lnTo>
                  <a:pt x="584847" y="5793061"/>
                </a:lnTo>
                <a:lnTo>
                  <a:pt x="605417" y="5833479"/>
                </a:lnTo>
                <a:lnTo>
                  <a:pt x="626310" y="5873704"/>
                </a:lnTo>
                <a:lnTo>
                  <a:pt x="647523" y="5913734"/>
                </a:lnTo>
                <a:lnTo>
                  <a:pt x="669056" y="5953568"/>
                </a:lnTo>
                <a:lnTo>
                  <a:pt x="690906" y="5993204"/>
                </a:lnTo>
                <a:lnTo>
                  <a:pt x="713071" y="6032639"/>
                </a:lnTo>
                <a:lnTo>
                  <a:pt x="735551" y="6071874"/>
                </a:lnTo>
                <a:lnTo>
                  <a:pt x="758342" y="6110905"/>
                </a:lnTo>
                <a:lnTo>
                  <a:pt x="781445" y="6149731"/>
                </a:lnTo>
                <a:lnTo>
                  <a:pt x="804856" y="6188350"/>
                </a:lnTo>
                <a:lnTo>
                  <a:pt x="828575" y="6226762"/>
                </a:lnTo>
                <a:lnTo>
                  <a:pt x="852599" y="6264963"/>
                </a:lnTo>
                <a:lnTo>
                  <a:pt x="876926" y="6302952"/>
                </a:lnTo>
                <a:lnTo>
                  <a:pt x="901556" y="6340728"/>
                </a:lnTo>
                <a:lnTo>
                  <a:pt x="926486" y="6378288"/>
                </a:lnTo>
                <a:lnTo>
                  <a:pt x="951715" y="6415632"/>
                </a:lnTo>
                <a:lnTo>
                  <a:pt x="977241" y="6452757"/>
                </a:lnTo>
                <a:lnTo>
                  <a:pt x="1003062" y="6489662"/>
                </a:lnTo>
                <a:lnTo>
                  <a:pt x="1029176" y="6526345"/>
                </a:lnTo>
                <a:lnTo>
                  <a:pt x="1055582" y="6562804"/>
                </a:lnTo>
                <a:lnTo>
                  <a:pt x="1082279" y="6599038"/>
                </a:lnTo>
                <a:lnTo>
                  <a:pt x="1109264" y="6635045"/>
                </a:lnTo>
                <a:lnTo>
                  <a:pt x="1117092" y="6645314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023" rIns="0" bIns="0" rtlCol="0" vert="horz">
            <a:spAutoFit/>
          </a:bodyPr>
          <a:lstStyle/>
          <a:p>
            <a:pPr marL="1984375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dirty="0" spc="-45"/>
              <a:t> </a:t>
            </a:r>
            <a:r>
              <a:rPr dirty="0" spc="-10"/>
              <a:t>DESCRIPTION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288794" y="2073985"/>
            <a:ext cx="12268835" cy="88074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b="1">
                <a:latin typeface="Calibri"/>
                <a:cs typeface="Calibri"/>
              </a:rPr>
              <a:t>Module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1:</a:t>
            </a:r>
            <a:r>
              <a:rPr dirty="0" sz="2800" spc="-2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User</a:t>
            </a:r>
            <a:r>
              <a:rPr dirty="0" sz="2800" spc="-4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Management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800">
                <a:latin typeface="Calibri"/>
                <a:cs typeface="Calibri"/>
              </a:rPr>
              <a:t>Handles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user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registration,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login,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profile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management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secure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authentication.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88794" y="3354399"/>
            <a:ext cx="11123930" cy="88074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b="1">
                <a:latin typeface="Calibri"/>
                <a:cs typeface="Calibri"/>
              </a:rPr>
              <a:t>Module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2:</a:t>
            </a:r>
            <a:r>
              <a:rPr dirty="0" sz="2800" spc="-2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Quiz</a:t>
            </a:r>
            <a:r>
              <a:rPr dirty="0" sz="2800" spc="-4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Management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800">
                <a:latin typeface="Calibri"/>
                <a:cs typeface="Calibri"/>
              </a:rPr>
              <a:t>Allows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admin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create,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update,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delete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events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manage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event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details.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88794" y="4635500"/>
            <a:ext cx="11396345" cy="880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b="1">
                <a:latin typeface="Calibri"/>
                <a:cs typeface="Calibri"/>
              </a:rPr>
              <a:t>Module</a:t>
            </a:r>
            <a:r>
              <a:rPr dirty="0" sz="2800" spc="-9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3: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Ticket</a:t>
            </a:r>
            <a:r>
              <a:rPr dirty="0" sz="2800" spc="-6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Booking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800">
                <a:latin typeface="Calibri"/>
                <a:cs typeface="Calibri"/>
              </a:rPr>
              <a:t>Enables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users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view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events,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select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tickets,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complete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booking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process.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288794" y="5915914"/>
            <a:ext cx="11654155" cy="88074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b="1">
                <a:latin typeface="Calibri"/>
                <a:cs typeface="Calibri"/>
              </a:rPr>
              <a:t>Module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4:</a:t>
            </a:r>
            <a:r>
              <a:rPr dirty="0" sz="2800" spc="-2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Booking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Confirmation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800" spc="-10">
                <a:latin typeface="Calibri"/>
                <a:cs typeface="Calibri"/>
              </a:rPr>
              <a:t>Generates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booking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confirmation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allows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users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download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receive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tickets.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3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4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1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1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1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1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4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29690" y="2093213"/>
            <a:ext cx="217804" cy="6065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400" spc="-50" b="1">
                <a:solidFill>
                  <a:srgbClr val="001F5F"/>
                </a:solidFill>
                <a:latin typeface="Tahoma"/>
                <a:cs typeface="Tahoma"/>
              </a:rPr>
              <a:t>8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24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023" rIns="0" bIns="0" rtlCol="0" vert="horz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IMPLEMENTATION</a:t>
            </a:r>
            <a:r>
              <a:rPr dirty="0" spc="-204"/>
              <a:t> </a:t>
            </a:r>
            <a:r>
              <a:rPr dirty="0" spc="-10"/>
              <a:t>SCREENSHOTS</a:t>
            </a: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7192" y="1673351"/>
            <a:ext cx="14453616" cy="69402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3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4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1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1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1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1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4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29690" y="2093213"/>
            <a:ext cx="217804" cy="6065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400" spc="-50" b="1">
                <a:solidFill>
                  <a:srgbClr val="001F5F"/>
                </a:solidFill>
                <a:latin typeface="Tahoma"/>
                <a:cs typeface="Tahoma"/>
              </a:rPr>
              <a:t>8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24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7170908" y="1997626"/>
            <a:ext cx="1117600" cy="6645909"/>
          </a:xfrm>
          <a:custGeom>
            <a:avLst/>
            <a:gdLst/>
            <a:ahLst/>
            <a:cxnLst/>
            <a:rect l="l" t="t" r="r" b="b"/>
            <a:pathLst>
              <a:path w="1117600" h="6645909">
                <a:moveTo>
                  <a:pt x="1117092" y="0"/>
                </a:moveTo>
                <a:lnTo>
                  <a:pt x="1082279" y="46275"/>
                </a:lnTo>
                <a:lnTo>
                  <a:pt x="1055582" y="82509"/>
                </a:lnTo>
                <a:lnTo>
                  <a:pt x="1029176" y="118968"/>
                </a:lnTo>
                <a:lnTo>
                  <a:pt x="1003062" y="155651"/>
                </a:lnTo>
                <a:lnTo>
                  <a:pt x="977241" y="192556"/>
                </a:lnTo>
                <a:lnTo>
                  <a:pt x="951715" y="229681"/>
                </a:lnTo>
                <a:lnTo>
                  <a:pt x="926486" y="267025"/>
                </a:lnTo>
                <a:lnTo>
                  <a:pt x="901556" y="304586"/>
                </a:lnTo>
                <a:lnTo>
                  <a:pt x="876926" y="342362"/>
                </a:lnTo>
                <a:lnTo>
                  <a:pt x="852599" y="380351"/>
                </a:lnTo>
                <a:lnTo>
                  <a:pt x="828575" y="418552"/>
                </a:lnTo>
                <a:lnTo>
                  <a:pt x="804856" y="456963"/>
                </a:lnTo>
                <a:lnTo>
                  <a:pt x="781445" y="495582"/>
                </a:lnTo>
                <a:lnTo>
                  <a:pt x="758342" y="534409"/>
                </a:lnTo>
                <a:lnTo>
                  <a:pt x="735551" y="573440"/>
                </a:lnTo>
                <a:lnTo>
                  <a:pt x="713071" y="612674"/>
                </a:lnTo>
                <a:lnTo>
                  <a:pt x="690906" y="652110"/>
                </a:lnTo>
                <a:lnTo>
                  <a:pt x="669056" y="691746"/>
                </a:lnTo>
                <a:lnTo>
                  <a:pt x="647523" y="731579"/>
                </a:lnTo>
                <a:lnTo>
                  <a:pt x="626310" y="771610"/>
                </a:lnTo>
                <a:lnTo>
                  <a:pt x="605417" y="811835"/>
                </a:lnTo>
                <a:lnTo>
                  <a:pt x="584847" y="852253"/>
                </a:lnTo>
                <a:lnTo>
                  <a:pt x="564601" y="892862"/>
                </a:lnTo>
                <a:lnTo>
                  <a:pt x="544681" y="933661"/>
                </a:lnTo>
                <a:lnTo>
                  <a:pt x="525089" y="974648"/>
                </a:lnTo>
                <a:lnTo>
                  <a:pt x="505826" y="1015821"/>
                </a:lnTo>
                <a:lnTo>
                  <a:pt x="486894" y="1057179"/>
                </a:lnTo>
                <a:lnTo>
                  <a:pt x="468295" y="1098719"/>
                </a:lnTo>
                <a:lnTo>
                  <a:pt x="450030" y="1140441"/>
                </a:lnTo>
                <a:lnTo>
                  <a:pt x="432101" y="1182342"/>
                </a:lnTo>
                <a:lnTo>
                  <a:pt x="414510" y="1224420"/>
                </a:lnTo>
                <a:lnTo>
                  <a:pt x="397259" y="1266675"/>
                </a:lnTo>
                <a:lnTo>
                  <a:pt x="380349" y="1309104"/>
                </a:lnTo>
                <a:lnTo>
                  <a:pt x="363782" y="1351705"/>
                </a:lnTo>
                <a:lnTo>
                  <a:pt x="347559" y="1394478"/>
                </a:lnTo>
                <a:lnTo>
                  <a:pt x="331683" y="1437419"/>
                </a:lnTo>
                <a:lnTo>
                  <a:pt x="316155" y="1480528"/>
                </a:lnTo>
                <a:lnTo>
                  <a:pt x="300977" y="1523803"/>
                </a:lnTo>
                <a:lnTo>
                  <a:pt x="286150" y="1567242"/>
                </a:lnTo>
                <a:lnTo>
                  <a:pt x="271676" y="1610843"/>
                </a:lnTo>
                <a:lnTo>
                  <a:pt x="257557" y="1654605"/>
                </a:lnTo>
                <a:lnTo>
                  <a:pt x="243795" y="1698525"/>
                </a:lnTo>
                <a:lnTo>
                  <a:pt x="230391" y="1742604"/>
                </a:lnTo>
                <a:lnTo>
                  <a:pt x="217347" y="1786837"/>
                </a:lnTo>
                <a:lnTo>
                  <a:pt x="204665" y="1831225"/>
                </a:lnTo>
                <a:lnTo>
                  <a:pt x="192346" y="1875764"/>
                </a:lnTo>
                <a:lnTo>
                  <a:pt x="180392" y="1920454"/>
                </a:lnTo>
                <a:lnTo>
                  <a:pt x="168806" y="1965293"/>
                </a:lnTo>
                <a:lnTo>
                  <a:pt x="157587" y="2010279"/>
                </a:lnTo>
                <a:lnTo>
                  <a:pt x="146739" y="2055410"/>
                </a:lnTo>
                <a:lnTo>
                  <a:pt x="136262" y="2100685"/>
                </a:lnTo>
                <a:lnTo>
                  <a:pt x="126160" y="2146101"/>
                </a:lnTo>
                <a:lnTo>
                  <a:pt x="116432" y="2191658"/>
                </a:lnTo>
                <a:lnTo>
                  <a:pt x="107082" y="2237353"/>
                </a:lnTo>
                <a:lnTo>
                  <a:pt x="98110" y="2283186"/>
                </a:lnTo>
                <a:lnTo>
                  <a:pt x="89519" y="2329153"/>
                </a:lnTo>
                <a:lnTo>
                  <a:pt x="81310" y="2375253"/>
                </a:lnTo>
                <a:lnTo>
                  <a:pt x="73485" y="2421486"/>
                </a:lnTo>
                <a:lnTo>
                  <a:pt x="66045" y="2467848"/>
                </a:lnTo>
                <a:lnTo>
                  <a:pt x="58992" y="2514339"/>
                </a:lnTo>
                <a:lnTo>
                  <a:pt x="52329" y="2560956"/>
                </a:lnTo>
                <a:lnTo>
                  <a:pt x="46056" y="2607698"/>
                </a:lnTo>
                <a:lnTo>
                  <a:pt x="40176" y="2654563"/>
                </a:lnTo>
                <a:lnTo>
                  <a:pt x="34689" y="2701550"/>
                </a:lnTo>
                <a:lnTo>
                  <a:pt x="29598" y="2748657"/>
                </a:lnTo>
                <a:lnTo>
                  <a:pt x="24905" y="2795881"/>
                </a:lnTo>
                <a:lnTo>
                  <a:pt x="20611" y="2843222"/>
                </a:lnTo>
                <a:lnTo>
                  <a:pt x="16718" y="2890678"/>
                </a:lnTo>
                <a:lnTo>
                  <a:pt x="13227" y="2938246"/>
                </a:lnTo>
                <a:lnTo>
                  <a:pt x="10141" y="2985926"/>
                </a:lnTo>
                <a:lnTo>
                  <a:pt x="7461" y="3033716"/>
                </a:lnTo>
                <a:lnTo>
                  <a:pt x="5188" y="3081613"/>
                </a:lnTo>
                <a:lnTo>
                  <a:pt x="3325" y="3129616"/>
                </a:lnTo>
                <a:lnTo>
                  <a:pt x="1872" y="3177724"/>
                </a:lnTo>
                <a:lnTo>
                  <a:pt x="833" y="3225934"/>
                </a:lnTo>
                <a:lnTo>
                  <a:pt x="208" y="3274246"/>
                </a:lnTo>
                <a:lnTo>
                  <a:pt x="0" y="3322657"/>
                </a:lnTo>
                <a:lnTo>
                  <a:pt x="208" y="3371068"/>
                </a:lnTo>
                <a:lnTo>
                  <a:pt x="833" y="3419379"/>
                </a:lnTo>
                <a:lnTo>
                  <a:pt x="1872" y="3467590"/>
                </a:lnTo>
                <a:lnTo>
                  <a:pt x="3325" y="3515697"/>
                </a:lnTo>
                <a:lnTo>
                  <a:pt x="5188" y="3563701"/>
                </a:lnTo>
                <a:lnTo>
                  <a:pt x="7461" y="3611598"/>
                </a:lnTo>
                <a:lnTo>
                  <a:pt x="10141" y="3659387"/>
                </a:lnTo>
                <a:lnTo>
                  <a:pt x="13227" y="3707067"/>
                </a:lnTo>
                <a:lnTo>
                  <a:pt x="16718" y="3754636"/>
                </a:lnTo>
                <a:lnTo>
                  <a:pt x="20611" y="3802091"/>
                </a:lnTo>
                <a:lnTo>
                  <a:pt x="24905" y="3849432"/>
                </a:lnTo>
                <a:lnTo>
                  <a:pt x="29598" y="3896657"/>
                </a:lnTo>
                <a:lnTo>
                  <a:pt x="34689" y="3943763"/>
                </a:lnTo>
                <a:lnTo>
                  <a:pt x="40176" y="3990750"/>
                </a:lnTo>
                <a:lnTo>
                  <a:pt x="46056" y="4037615"/>
                </a:lnTo>
                <a:lnTo>
                  <a:pt x="52329" y="4084357"/>
                </a:lnTo>
                <a:lnTo>
                  <a:pt x="58992" y="4130975"/>
                </a:lnTo>
                <a:lnTo>
                  <a:pt x="66045" y="4177465"/>
                </a:lnTo>
                <a:lnTo>
                  <a:pt x="73485" y="4223828"/>
                </a:lnTo>
                <a:lnTo>
                  <a:pt x="81310" y="4270060"/>
                </a:lnTo>
                <a:lnTo>
                  <a:pt x="89519" y="4316161"/>
                </a:lnTo>
                <a:lnTo>
                  <a:pt x="98110" y="4362128"/>
                </a:lnTo>
                <a:lnTo>
                  <a:pt x="107082" y="4407960"/>
                </a:lnTo>
                <a:lnTo>
                  <a:pt x="116432" y="4453655"/>
                </a:lnTo>
                <a:lnTo>
                  <a:pt x="126160" y="4499212"/>
                </a:lnTo>
                <a:lnTo>
                  <a:pt x="136262" y="4544629"/>
                </a:lnTo>
                <a:lnTo>
                  <a:pt x="146739" y="4589904"/>
                </a:lnTo>
                <a:lnTo>
                  <a:pt x="157587" y="4635035"/>
                </a:lnTo>
                <a:lnTo>
                  <a:pt x="168806" y="4680021"/>
                </a:lnTo>
                <a:lnTo>
                  <a:pt x="180392" y="4724859"/>
                </a:lnTo>
                <a:lnTo>
                  <a:pt x="192346" y="4769549"/>
                </a:lnTo>
                <a:lnTo>
                  <a:pt x="204665" y="4814089"/>
                </a:lnTo>
                <a:lnTo>
                  <a:pt x="217347" y="4858476"/>
                </a:lnTo>
                <a:lnTo>
                  <a:pt x="230391" y="4902710"/>
                </a:lnTo>
                <a:lnTo>
                  <a:pt x="243795" y="4946788"/>
                </a:lnTo>
                <a:lnTo>
                  <a:pt x="257557" y="4990709"/>
                </a:lnTo>
                <a:lnTo>
                  <a:pt x="271676" y="5034471"/>
                </a:lnTo>
                <a:lnTo>
                  <a:pt x="286150" y="5078072"/>
                </a:lnTo>
                <a:lnTo>
                  <a:pt x="300977" y="5121511"/>
                </a:lnTo>
                <a:lnTo>
                  <a:pt x="316155" y="5164785"/>
                </a:lnTo>
                <a:lnTo>
                  <a:pt x="331683" y="5207894"/>
                </a:lnTo>
                <a:lnTo>
                  <a:pt x="347559" y="5250836"/>
                </a:lnTo>
                <a:lnTo>
                  <a:pt x="363782" y="5293608"/>
                </a:lnTo>
                <a:lnTo>
                  <a:pt x="380349" y="5336210"/>
                </a:lnTo>
                <a:lnTo>
                  <a:pt x="397259" y="5378639"/>
                </a:lnTo>
                <a:lnTo>
                  <a:pt x="414510" y="5420893"/>
                </a:lnTo>
                <a:lnTo>
                  <a:pt x="432101" y="5462972"/>
                </a:lnTo>
                <a:lnTo>
                  <a:pt x="450030" y="5504873"/>
                </a:lnTo>
                <a:lnTo>
                  <a:pt x="468295" y="5546594"/>
                </a:lnTo>
                <a:lnTo>
                  <a:pt x="486894" y="5588135"/>
                </a:lnTo>
                <a:lnTo>
                  <a:pt x="505826" y="5629492"/>
                </a:lnTo>
                <a:lnTo>
                  <a:pt x="525089" y="5670665"/>
                </a:lnTo>
                <a:lnTo>
                  <a:pt x="544681" y="5711652"/>
                </a:lnTo>
                <a:lnTo>
                  <a:pt x="564601" y="5752451"/>
                </a:lnTo>
                <a:lnTo>
                  <a:pt x="584847" y="5793061"/>
                </a:lnTo>
                <a:lnTo>
                  <a:pt x="605417" y="5833479"/>
                </a:lnTo>
                <a:lnTo>
                  <a:pt x="626310" y="5873704"/>
                </a:lnTo>
                <a:lnTo>
                  <a:pt x="647523" y="5913734"/>
                </a:lnTo>
                <a:lnTo>
                  <a:pt x="669056" y="5953568"/>
                </a:lnTo>
                <a:lnTo>
                  <a:pt x="690906" y="5993204"/>
                </a:lnTo>
                <a:lnTo>
                  <a:pt x="713071" y="6032639"/>
                </a:lnTo>
                <a:lnTo>
                  <a:pt x="735551" y="6071874"/>
                </a:lnTo>
                <a:lnTo>
                  <a:pt x="758342" y="6110905"/>
                </a:lnTo>
                <a:lnTo>
                  <a:pt x="781445" y="6149731"/>
                </a:lnTo>
                <a:lnTo>
                  <a:pt x="804856" y="6188350"/>
                </a:lnTo>
                <a:lnTo>
                  <a:pt x="828575" y="6226762"/>
                </a:lnTo>
                <a:lnTo>
                  <a:pt x="852599" y="6264963"/>
                </a:lnTo>
                <a:lnTo>
                  <a:pt x="876926" y="6302952"/>
                </a:lnTo>
                <a:lnTo>
                  <a:pt x="901556" y="6340728"/>
                </a:lnTo>
                <a:lnTo>
                  <a:pt x="926486" y="6378288"/>
                </a:lnTo>
                <a:lnTo>
                  <a:pt x="951715" y="6415632"/>
                </a:lnTo>
                <a:lnTo>
                  <a:pt x="977241" y="6452757"/>
                </a:lnTo>
                <a:lnTo>
                  <a:pt x="1003062" y="6489662"/>
                </a:lnTo>
                <a:lnTo>
                  <a:pt x="1029176" y="6526345"/>
                </a:lnTo>
                <a:lnTo>
                  <a:pt x="1055582" y="6562804"/>
                </a:lnTo>
                <a:lnTo>
                  <a:pt x="1082279" y="6599038"/>
                </a:lnTo>
                <a:lnTo>
                  <a:pt x="1109264" y="6635045"/>
                </a:lnTo>
                <a:lnTo>
                  <a:pt x="1117092" y="6645314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023" rIns="0" bIns="0" rtlCol="0" vert="horz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IMPLEMENTATION</a:t>
            </a:r>
            <a:r>
              <a:rPr dirty="0" spc="-204"/>
              <a:t> </a:t>
            </a:r>
            <a:r>
              <a:rPr dirty="0" spc="-10"/>
              <a:t>SCREENSHOTS</a:t>
            </a: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32432" y="1676400"/>
            <a:ext cx="14423136" cy="6934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3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4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1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1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1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1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4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82802" y="2093213"/>
            <a:ext cx="694690" cy="6065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381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/>
              <a:cs typeface="Tahoma"/>
            </a:endParaRPr>
          </a:p>
          <a:p>
            <a:pPr algn="ctr" marL="5715">
              <a:lnSpc>
                <a:spcPct val="100000"/>
              </a:lnSpc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 marL="8890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 marL="20955">
              <a:lnSpc>
                <a:spcPct val="100000"/>
              </a:lnSpc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algn="ctr" marL="8255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 marL="15875">
              <a:lnSpc>
                <a:spcPct val="100000"/>
              </a:lnSpc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 marL="5080">
              <a:lnSpc>
                <a:spcPct val="100000"/>
              </a:lnSpc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2400" spc="-20" b="1">
                <a:solidFill>
                  <a:srgbClr val="001F5F"/>
                </a:solidFill>
                <a:latin typeface="Tahoma"/>
                <a:cs typeface="Tahoma"/>
              </a:rPr>
              <a:t>8(B)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2400">
              <a:latin typeface="Tahoma"/>
              <a:cs typeface="Tahoma"/>
            </a:endParaRPr>
          </a:p>
          <a:p>
            <a:pPr algn="ctr" marL="15875">
              <a:lnSpc>
                <a:spcPct val="100000"/>
              </a:lnSpc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7170908" y="1997626"/>
            <a:ext cx="1117600" cy="6645909"/>
          </a:xfrm>
          <a:custGeom>
            <a:avLst/>
            <a:gdLst/>
            <a:ahLst/>
            <a:cxnLst/>
            <a:rect l="l" t="t" r="r" b="b"/>
            <a:pathLst>
              <a:path w="1117600" h="6645909">
                <a:moveTo>
                  <a:pt x="1117092" y="0"/>
                </a:moveTo>
                <a:lnTo>
                  <a:pt x="1082279" y="46275"/>
                </a:lnTo>
                <a:lnTo>
                  <a:pt x="1055582" y="82509"/>
                </a:lnTo>
                <a:lnTo>
                  <a:pt x="1029176" y="118968"/>
                </a:lnTo>
                <a:lnTo>
                  <a:pt x="1003062" y="155651"/>
                </a:lnTo>
                <a:lnTo>
                  <a:pt x="977241" y="192556"/>
                </a:lnTo>
                <a:lnTo>
                  <a:pt x="951715" y="229681"/>
                </a:lnTo>
                <a:lnTo>
                  <a:pt x="926486" y="267025"/>
                </a:lnTo>
                <a:lnTo>
                  <a:pt x="901556" y="304586"/>
                </a:lnTo>
                <a:lnTo>
                  <a:pt x="876926" y="342362"/>
                </a:lnTo>
                <a:lnTo>
                  <a:pt x="852599" y="380351"/>
                </a:lnTo>
                <a:lnTo>
                  <a:pt x="828575" y="418552"/>
                </a:lnTo>
                <a:lnTo>
                  <a:pt x="804856" y="456963"/>
                </a:lnTo>
                <a:lnTo>
                  <a:pt x="781445" y="495582"/>
                </a:lnTo>
                <a:lnTo>
                  <a:pt x="758342" y="534409"/>
                </a:lnTo>
                <a:lnTo>
                  <a:pt x="735551" y="573440"/>
                </a:lnTo>
                <a:lnTo>
                  <a:pt x="713071" y="612674"/>
                </a:lnTo>
                <a:lnTo>
                  <a:pt x="690906" y="652110"/>
                </a:lnTo>
                <a:lnTo>
                  <a:pt x="669056" y="691746"/>
                </a:lnTo>
                <a:lnTo>
                  <a:pt x="647523" y="731579"/>
                </a:lnTo>
                <a:lnTo>
                  <a:pt x="626310" y="771610"/>
                </a:lnTo>
                <a:lnTo>
                  <a:pt x="605417" y="811835"/>
                </a:lnTo>
                <a:lnTo>
                  <a:pt x="584847" y="852253"/>
                </a:lnTo>
                <a:lnTo>
                  <a:pt x="564601" y="892862"/>
                </a:lnTo>
                <a:lnTo>
                  <a:pt x="544681" y="933661"/>
                </a:lnTo>
                <a:lnTo>
                  <a:pt x="525089" y="974648"/>
                </a:lnTo>
                <a:lnTo>
                  <a:pt x="505826" y="1015821"/>
                </a:lnTo>
                <a:lnTo>
                  <a:pt x="486894" y="1057179"/>
                </a:lnTo>
                <a:lnTo>
                  <a:pt x="468295" y="1098719"/>
                </a:lnTo>
                <a:lnTo>
                  <a:pt x="450030" y="1140441"/>
                </a:lnTo>
                <a:lnTo>
                  <a:pt x="432101" y="1182342"/>
                </a:lnTo>
                <a:lnTo>
                  <a:pt x="414510" y="1224420"/>
                </a:lnTo>
                <a:lnTo>
                  <a:pt x="397259" y="1266675"/>
                </a:lnTo>
                <a:lnTo>
                  <a:pt x="380349" y="1309104"/>
                </a:lnTo>
                <a:lnTo>
                  <a:pt x="363782" y="1351705"/>
                </a:lnTo>
                <a:lnTo>
                  <a:pt x="347559" y="1394478"/>
                </a:lnTo>
                <a:lnTo>
                  <a:pt x="331683" y="1437419"/>
                </a:lnTo>
                <a:lnTo>
                  <a:pt x="316155" y="1480528"/>
                </a:lnTo>
                <a:lnTo>
                  <a:pt x="300977" y="1523803"/>
                </a:lnTo>
                <a:lnTo>
                  <a:pt x="286150" y="1567242"/>
                </a:lnTo>
                <a:lnTo>
                  <a:pt x="271676" y="1610843"/>
                </a:lnTo>
                <a:lnTo>
                  <a:pt x="257557" y="1654605"/>
                </a:lnTo>
                <a:lnTo>
                  <a:pt x="243795" y="1698525"/>
                </a:lnTo>
                <a:lnTo>
                  <a:pt x="230391" y="1742604"/>
                </a:lnTo>
                <a:lnTo>
                  <a:pt x="217347" y="1786837"/>
                </a:lnTo>
                <a:lnTo>
                  <a:pt x="204665" y="1831225"/>
                </a:lnTo>
                <a:lnTo>
                  <a:pt x="192346" y="1875764"/>
                </a:lnTo>
                <a:lnTo>
                  <a:pt x="180392" y="1920454"/>
                </a:lnTo>
                <a:lnTo>
                  <a:pt x="168806" y="1965293"/>
                </a:lnTo>
                <a:lnTo>
                  <a:pt x="157587" y="2010279"/>
                </a:lnTo>
                <a:lnTo>
                  <a:pt x="146739" y="2055410"/>
                </a:lnTo>
                <a:lnTo>
                  <a:pt x="136262" y="2100685"/>
                </a:lnTo>
                <a:lnTo>
                  <a:pt x="126160" y="2146101"/>
                </a:lnTo>
                <a:lnTo>
                  <a:pt x="116432" y="2191658"/>
                </a:lnTo>
                <a:lnTo>
                  <a:pt x="107082" y="2237353"/>
                </a:lnTo>
                <a:lnTo>
                  <a:pt x="98110" y="2283186"/>
                </a:lnTo>
                <a:lnTo>
                  <a:pt x="89519" y="2329153"/>
                </a:lnTo>
                <a:lnTo>
                  <a:pt x="81310" y="2375253"/>
                </a:lnTo>
                <a:lnTo>
                  <a:pt x="73485" y="2421486"/>
                </a:lnTo>
                <a:lnTo>
                  <a:pt x="66045" y="2467848"/>
                </a:lnTo>
                <a:lnTo>
                  <a:pt x="58992" y="2514339"/>
                </a:lnTo>
                <a:lnTo>
                  <a:pt x="52329" y="2560956"/>
                </a:lnTo>
                <a:lnTo>
                  <a:pt x="46056" y="2607698"/>
                </a:lnTo>
                <a:lnTo>
                  <a:pt x="40176" y="2654563"/>
                </a:lnTo>
                <a:lnTo>
                  <a:pt x="34689" y="2701550"/>
                </a:lnTo>
                <a:lnTo>
                  <a:pt x="29598" y="2748657"/>
                </a:lnTo>
                <a:lnTo>
                  <a:pt x="24905" y="2795881"/>
                </a:lnTo>
                <a:lnTo>
                  <a:pt x="20611" y="2843222"/>
                </a:lnTo>
                <a:lnTo>
                  <a:pt x="16718" y="2890678"/>
                </a:lnTo>
                <a:lnTo>
                  <a:pt x="13227" y="2938246"/>
                </a:lnTo>
                <a:lnTo>
                  <a:pt x="10141" y="2985926"/>
                </a:lnTo>
                <a:lnTo>
                  <a:pt x="7461" y="3033716"/>
                </a:lnTo>
                <a:lnTo>
                  <a:pt x="5188" y="3081613"/>
                </a:lnTo>
                <a:lnTo>
                  <a:pt x="3325" y="3129616"/>
                </a:lnTo>
                <a:lnTo>
                  <a:pt x="1872" y="3177724"/>
                </a:lnTo>
                <a:lnTo>
                  <a:pt x="833" y="3225934"/>
                </a:lnTo>
                <a:lnTo>
                  <a:pt x="208" y="3274246"/>
                </a:lnTo>
                <a:lnTo>
                  <a:pt x="0" y="3322657"/>
                </a:lnTo>
                <a:lnTo>
                  <a:pt x="208" y="3371068"/>
                </a:lnTo>
                <a:lnTo>
                  <a:pt x="833" y="3419379"/>
                </a:lnTo>
                <a:lnTo>
                  <a:pt x="1872" y="3467590"/>
                </a:lnTo>
                <a:lnTo>
                  <a:pt x="3325" y="3515697"/>
                </a:lnTo>
                <a:lnTo>
                  <a:pt x="5188" y="3563701"/>
                </a:lnTo>
                <a:lnTo>
                  <a:pt x="7461" y="3611598"/>
                </a:lnTo>
                <a:lnTo>
                  <a:pt x="10141" y="3659387"/>
                </a:lnTo>
                <a:lnTo>
                  <a:pt x="13227" y="3707067"/>
                </a:lnTo>
                <a:lnTo>
                  <a:pt x="16718" y="3754636"/>
                </a:lnTo>
                <a:lnTo>
                  <a:pt x="20611" y="3802091"/>
                </a:lnTo>
                <a:lnTo>
                  <a:pt x="24905" y="3849432"/>
                </a:lnTo>
                <a:lnTo>
                  <a:pt x="29598" y="3896657"/>
                </a:lnTo>
                <a:lnTo>
                  <a:pt x="34689" y="3943763"/>
                </a:lnTo>
                <a:lnTo>
                  <a:pt x="40176" y="3990750"/>
                </a:lnTo>
                <a:lnTo>
                  <a:pt x="46056" y="4037615"/>
                </a:lnTo>
                <a:lnTo>
                  <a:pt x="52329" y="4084357"/>
                </a:lnTo>
                <a:lnTo>
                  <a:pt x="58992" y="4130975"/>
                </a:lnTo>
                <a:lnTo>
                  <a:pt x="66045" y="4177465"/>
                </a:lnTo>
                <a:lnTo>
                  <a:pt x="73485" y="4223828"/>
                </a:lnTo>
                <a:lnTo>
                  <a:pt x="81310" y="4270060"/>
                </a:lnTo>
                <a:lnTo>
                  <a:pt x="89519" y="4316161"/>
                </a:lnTo>
                <a:lnTo>
                  <a:pt x="98110" y="4362128"/>
                </a:lnTo>
                <a:lnTo>
                  <a:pt x="107082" y="4407960"/>
                </a:lnTo>
                <a:lnTo>
                  <a:pt x="116432" y="4453655"/>
                </a:lnTo>
                <a:lnTo>
                  <a:pt x="126160" y="4499212"/>
                </a:lnTo>
                <a:lnTo>
                  <a:pt x="136262" y="4544629"/>
                </a:lnTo>
                <a:lnTo>
                  <a:pt x="146739" y="4589904"/>
                </a:lnTo>
                <a:lnTo>
                  <a:pt x="157587" y="4635035"/>
                </a:lnTo>
                <a:lnTo>
                  <a:pt x="168806" y="4680021"/>
                </a:lnTo>
                <a:lnTo>
                  <a:pt x="180392" y="4724859"/>
                </a:lnTo>
                <a:lnTo>
                  <a:pt x="192346" y="4769549"/>
                </a:lnTo>
                <a:lnTo>
                  <a:pt x="204665" y="4814089"/>
                </a:lnTo>
                <a:lnTo>
                  <a:pt x="217347" y="4858476"/>
                </a:lnTo>
                <a:lnTo>
                  <a:pt x="230391" y="4902710"/>
                </a:lnTo>
                <a:lnTo>
                  <a:pt x="243795" y="4946788"/>
                </a:lnTo>
                <a:lnTo>
                  <a:pt x="257557" y="4990709"/>
                </a:lnTo>
                <a:lnTo>
                  <a:pt x="271676" y="5034471"/>
                </a:lnTo>
                <a:lnTo>
                  <a:pt x="286150" y="5078072"/>
                </a:lnTo>
                <a:lnTo>
                  <a:pt x="300977" y="5121511"/>
                </a:lnTo>
                <a:lnTo>
                  <a:pt x="316155" y="5164785"/>
                </a:lnTo>
                <a:lnTo>
                  <a:pt x="331683" y="5207894"/>
                </a:lnTo>
                <a:lnTo>
                  <a:pt x="347559" y="5250836"/>
                </a:lnTo>
                <a:lnTo>
                  <a:pt x="363782" y="5293608"/>
                </a:lnTo>
                <a:lnTo>
                  <a:pt x="380349" y="5336210"/>
                </a:lnTo>
                <a:lnTo>
                  <a:pt x="397259" y="5378639"/>
                </a:lnTo>
                <a:lnTo>
                  <a:pt x="414510" y="5420893"/>
                </a:lnTo>
                <a:lnTo>
                  <a:pt x="432101" y="5462972"/>
                </a:lnTo>
                <a:lnTo>
                  <a:pt x="450030" y="5504873"/>
                </a:lnTo>
                <a:lnTo>
                  <a:pt x="468295" y="5546594"/>
                </a:lnTo>
                <a:lnTo>
                  <a:pt x="486894" y="5588135"/>
                </a:lnTo>
                <a:lnTo>
                  <a:pt x="505826" y="5629492"/>
                </a:lnTo>
                <a:lnTo>
                  <a:pt x="525089" y="5670665"/>
                </a:lnTo>
                <a:lnTo>
                  <a:pt x="544681" y="5711652"/>
                </a:lnTo>
                <a:lnTo>
                  <a:pt x="564601" y="5752451"/>
                </a:lnTo>
                <a:lnTo>
                  <a:pt x="584847" y="5793061"/>
                </a:lnTo>
                <a:lnTo>
                  <a:pt x="605417" y="5833479"/>
                </a:lnTo>
                <a:lnTo>
                  <a:pt x="626310" y="5873704"/>
                </a:lnTo>
                <a:lnTo>
                  <a:pt x="647523" y="5913734"/>
                </a:lnTo>
                <a:lnTo>
                  <a:pt x="669056" y="5953568"/>
                </a:lnTo>
                <a:lnTo>
                  <a:pt x="690906" y="5993204"/>
                </a:lnTo>
                <a:lnTo>
                  <a:pt x="713071" y="6032639"/>
                </a:lnTo>
                <a:lnTo>
                  <a:pt x="735551" y="6071874"/>
                </a:lnTo>
                <a:lnTo>
                  <a:pt x="758342" y="6110905"/>
                </a:lnTo>
                <a:lnTo>
                  <a:pt x="781445" y="6149731"/>
                </a:lnTo>
                <a:lnTo>
                  <a:pt x="804856" y="6188350"/>
                </a:lnTo>
                <a:lnTo>
                  <a:pt x="828575" y="6226762"/>
                </a:lnTo>
                <a:lnTo>
                  <a:pt x="852599" y="6264963"/>
                </a:lnTo>
                <a:lnTo>
                  <a:pt x="876926" y="6302952"/>
                </a:lnTo>
                <a:lnTo>
                  <a:pt x="901556" y="6340728"/>
                </a:lnTo>
                <a:lnTo>
                  <a:pt x="926486" y="6378288"/>
                </a:lnTo>
                <a:lnTo>
                  <a:pt x="951715" y="6415632"/>
                </a:lnTo>
                <a:lnTo>
                  <a:pt x="977241" y="6452757"/>
                </a:lnTo>
                <a:lnTo>
                  <a:pt x="1003062" y="6489662"/>
                </a:lnTo>
                <a:lnTo>
                  <a:pt x="1029176" y="6526345"/>
                </a:lnTo>
                <a:lnTo>
                  <a:pt x="1055582" y="6562804"/>
                </a:lnTo>
                <a:lnTo>
                  <a:pt x="1082279" y="6599038"/>
                </a:lnTo>
                <a:lnTo>
                  <a:pt x="1109264" y="6635045"/>
                </a:lnTo>
                <a:lnTo>
                  <a:pt x="1117092" y="6645314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023" rIns="0" bIns="0" rtlCol="0" vert="horz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IMPLEMENTATION</a:t>
            </a:r>
            <a:r>
              <a:rPr dirty="0" spc="-204"/>
              <a:t> </a:t>
            </a:r>
            <a:r>
              <a:rPr dirty="0" spc="-10"/>
              <a:t>SCREENSHOTS</a:t>
            </a: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0" y="1639823"/>
            <a:ext cx="14538960" cy="6873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3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4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1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1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1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1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4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79754" y="2093213"/>
            <a:ext cx="700405" cy="6065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381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/>
              <a:cs typeface="Tahoma"/>
            </a:endParaRPr>
          </a:p>
          <a:p>
            <a:pPr algn="ctr" marL="5715">
              <a:lnSpc>
                <a:spcPct val="100000"/>
              </a:lnSpc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 marL="8890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 marL="20955">
              <a:lnSpc>
                <a:spcPct val="100000"/>
              </a:lnSpc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algn="ctr" marL="8255">
              <a:lnSpc>
                <a:spcPct val="100000"/>
              </a:lnSpc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 marL="15875">
              <a:lnSpc>
                <a:spcPct val="100000"/>
              </a:lnSpc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 marL="5080">
              <a:lnSpc>
                <a:spcPct val="100000"/>
              </a:lnSpc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2400" spc="-20" b="1">
                <a:solidFill>
                  <a:srgbClr val="001F5F"/>
                </a:solidFill>
                <a:latin typeface="Tahoma"/>
                <a:cs typeface="Tahoma"/>
              </a:rPr>
              <a:t>8(C)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2400">
              <a:latin typeface="Tahoma"/>
              <a:cs typeface="Tahoma"/>
            </a:endParaRPr>
          </a:p>
          <a:p>
            <a:pPr algn="ctr" marL="15875">
              <a:lnSpc>
                <a:spcPct val="100000"/>
              </a:lnSpc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7170908" y="1997626"/>
            <a:ext cx="1117600" cy="6645909"/>
          </a:xfrm>
          <a:custGeom>
            <a:avLst/>
            <a:gdLst/>
            <a:ahLst/>
            <a:cxnLst/>
            <a:rect l="l" t="t" r="r" b="b"/>
            <a:pathLst>
              <a:path w="1117600" h="6645909">
                <a:moveTo>
                  <a:pt x="1117092" y="0"/>
                </a:moveTo>
                <a:lnTo>
                  <a:pt x="1082279" y="46275"/>
                </a:lnTo>
                <a:lnTo>
                  <a:pt x="1055582" y="82509"/>
                </a:lnTo>
                <a:lnTo>
                  <a:pt x="1029176" y="118968"/>
                </a:lnTo>
                <a:lnTo>
                  <a:pt x="1003062" y="155651"/>
                </a:lnTo>
                <a:lnTo>
                  <a:pt x="977241" y="192556"/>
                </a:lnTo>
                <a:lnTo>
                  <a:pt x="951715" y="229681"/>
                </a:lnTo>
                <a:lnTo>
                  <a:pt x="926486" y="267025"/>
                </a:lnTo>
                <a:lnTo>
                  <a:pt x="901556" y="304586"/>
                </a:lnTo>
                <a:lnTo>
                  <a:pt x="876926" y="342362"/>
                </a:lnTo>
                <a:lnTo>
                  <a:pt x="852599" y="380351"/>
                </a:lnTo>
                <a:lnTo>
                  <a:pt x="828575" y="418552"/>
                </a:lnTo>
                <a:lnTo>
                  <a:pt x="804856" y="456963"/>
                </a:lnTo>
                <a:lnTo>
                  <a:pt x="781445" y="495582"/>
                </a:lnTo>
                <a:lnTo>
                  <a:pt x="758342" y="534409"/>
                </a:lnTo>
                <a:lnTo>
                  <a:pt x="735551" y="573440"/>
                </a:lnTo>
                <a:lnTo>
                  <a:pt x="713071" y="612674"/>
                </a:lnTo>
                <a:lnTo>
                  <a:pt x="690906" y="652110"/>
                </a:lnTo>
                <a:lnTo>
                  <a:pt x="669056" y="691746"/>
                </a:lnTo>
                <a:lnTo>
                  <a:pt x="647523" y="731579"/>
                </a:lnTo>
                <a:lnTo>
                  <a:pt x="626310" y="771610"/>
                </a:lnTo>
                <a:lnTo>
                  <a:pt x="605417" y="811835"/>
                </a:lnTo>
                <a:lnTo>
                  <a:pt x="584847" y="852253"/>
                </a:lnTo>
                <a:lnTo>
                  <a:pt x="564601" y="892862"/>
                </a:lnTo>
                <a:lnTo>
                  <a:pt x="544681" y="933661"/>
                </a:lnTo>
                <a:lnTo>
                  <a:pt x="525089" y="974648"/>
                </a:lnTo>
                <a:lnTo>
                  <a:pt x="505826" y="1015821"/>
                </a:lnTo>
                <a:lnTo>
                  <a:pt x="486894" y="1057179"/>
                </a:lnTo>
                <a:lnTo>
                  <a:pt x="468295" y="1098719"/>
                </a:lnTo>
                <a:lnTo>
                  <a:pt x="450030" y="1140441"/>
                </a:lnTo>
                <a:lnTo>
                  <a:pt x="432101" y="1182342"/>
                </a:lnTo>
                <a:lnTo>
                  <a:pt x="414510" y="1224420"/>
                </a:lnTo>
                <a:lnTo>
                  <a:pt x="397259" y="1266675"/>
                </a:lnTo>
                <a:lnTo>
                  <a:pt x="380349" y="1309104"/>
                </a:lnTo>
                <a:lnTo>
                  <a:pt x="363782" y="1351705"/>
                </a:lnTo>
                <a:lnTo>
                  <a:pt x="347559" y="1394478"/>
                </a:lnTo>
                <a:lnTo>
                  <a:pt x="331683" y="1437419"/>
                </a:lnTo>
                <a:lnTo>
                  <a:pt x="316155" y="1480528"/>
                </a:lnTo>
                <a:lnTo>
                  <a:pt x="300977" y="1523803"/>
                </a:lnTo>
                <a:lnTo>
                  <a:pt x="286150" y="1567242"/>
                </a:lnTo>
                <a:lnTo>
                  <a:pt x="271676" y="1610843"/>
                </a:lnTo>
                <a:lnTo>
                  <a:pt x="257557" y="1654605"/>
                </a:lnTo>
                <a:lnTo>
                  <a:pt x="243795" y="1698525"/>
                </a:lnTo>
                <a:lnTo>
                  <a:pt x="230391" y="1742604"/>
                </a:lnTo>
                <a:lnTo>
                  <a:pt x="217347" y="1786837"/>
                </a:lnTo>
                <a:lnTo>
                  <a:pt x="204665" y="1831225"/>
                </a:lnTo>
                <a:lnTo>
                  <a:pt x="192346" y="1875764"/>
                </a:lnTo>
                <a:lnTo>
                  <a:pt x="180392" y="1920454"/>
                </a:lnTo>
                <a:lnTo>
                  <a:pt x="168806" y="1965293"/>
                </a:lnTo>
                <a:lnTo>
                  <a:pt x="157587" y="2010279"/>
                </a:lnTo>
                <a:lnTo>
                  <a:pt x="146739" y="2055410"/>
                </a:lnTo>
                <a:lnTo>
                  <a:pt x="136262" y="2100685"/>
                </a:lnTo>
                <a:lnTo>
                  <a:pt x="126160" y="2146101"/>
                </a:lnTo>
                <a:lnTo>
                  <a:pt x="116432" y="2191658"/>
                </a:lnTo>
                <a:lnTo>
                  <a:pt x="107082" y="2237353"/>
                </a:lnTo>
                <a:lnTo>
                  <a:pt x="98110" y="2283186"/>
                </a:lnTo>
                <a:lnTo>
                  <a:pt x="89519" y="2329153"/>
                </a:lnTo>
                <a:lnTo>
                  <a:pt x="81310" y="2375253"/>
                </a:lnTo>
                <a:lnTo>
                  <a:pt x="73485" y="2421486"/>
                </a:lnTo>
                <a:lnTo>
                  <a:pt x="66045" y="2467848"/>
                </a:lnTo>
                <a:lnTo>
                  <a:pt x="58992" y="2514339"/>
                </a:lnTo>
                <a:lnTo>
                  <a:pt x="52329" y="2560956"/>
                </a:lnTo>
                <a:lnTo>
                  <a:pt x="46056" y="2607698"/>
                </a:lnTo>
                <a:lnTo>
                  <a:pt x="40176" y="2654563"/>
                </a:lnTo>
                <a:lnTo>
                  <a:pt x="34689" y="2701550"/>
                </a:lnTo>
                <a:lnTo>
                  <a:pt x="29598" y="2748657"/>
                </a:lnTo>
                <a:lnTo>
                  <a:pt x="24905" y="2795881"/>
                </a:lnTo>
                <a:lnTo>
                  <a:pt x="20611" y="2843222"/>
                </a:lnTo>
                <a:lnTo>
                  <a:pt x="16718" y="2890678"/>
                </a:lnTo>
                <a:lnTo>
                  <a:pt x="13227" y="2938246"/>
                </a:lnTo>
                <a:lnTo>
                  <a:pt x="10141" y="2985926"/>
                </a:lnTo>
                <a:lnTo>
                  <a:pt x="7461" y="3033716"/>
                </a:lnTo>
                <a:lnTo>
                  <a:pt x="5188" y="3081613"/>
                </a:lnTo>
                <a:lnTo>
                  <a:pt x="3325" y="3129616"/>
                </a:lnTo>
                <a:lnTo>
                  <a:pt x="1872" y="3177724"/>
                </a:lnTo>
                <a:lnTo>
                  <a:pt x="833" y="3225934"/>
                </a:lnTo>
                <a:lnTo>
                  <a:pt x="208" y="3274246"/>
                </a:lnTo>
                <a:lnTo>
                  <a:pt x="0" y="3322657"/>
                </a:lnTo>
                <a:lnTo>
                  <a:pt x="208" y="3371068"/>
                </a:lnTo>
                <a:lnTo>
                  <a:pt x="833" y="3419379"/>
                </a:lnTo>
                <a:lnTo>
                  <a:pt x="1872" y="3467590"/>
                </a:lnTo>
                <a:lnTo>
                  <a:pt x="3325" y="3515697"/>
                </a:lnTo>
                <a:lnTo>
                  <a:pt x="5188" y="3563701"/>
                </a:lnTo>
                <a:lnTo>
                  <a:pt x="7461" y="3611598"/>
                </a:lnTo>
                <a:lnTo>
                  <a:pt x="10141" y="3659387"/>
                </a:lnTo>
                <a:lnTo>
                  <a:pt x="13227" y="3707067"/>
                </a:lnTo>
                <a:lnTo>
                  <a:pt x="16718" y="3754636"/>
                </a:lnTo>
                <a:lnTo>
                  <a:pt x="20611" y="3802091"/>
                </a:lnTo>
                <a:lnTo>
                  <a:pt x="24905" y="3849432"/>
                </a:lnTo>
                <a:lnTo>
                  <a:pt x="29598" y="3896657"/>
                </a:lnTo>
                <a:lnTo>
                  <a:pt x="34689" y="3943763"/>
                </a:lnTo>
                <a:lnTo>
                  <a:pt x="40176" y="3990750"/>
                </a:lnTo>
                <a:lnTo>
                  <a:pt x="46056" y="4037615"/>
                </a:lnTo>
                <a:lnTo>
                  <a:pt x="52329" y="4084357"/>
                </a:lnTo>
                <a:lnTo>
                  <a:pt x="58992" y="4130975"/>
                </a:lnTo>
                <a:lnTo>
                  <a:pt x="66045" y="4177465"/>
                </a:lnTo>
                <a:lnTo>
                  <a:pt x="73485" y="4223828"/>
                </a:lnTo>
                <a:lnTo>
                  <a:pt x="81310" y="4270060"/>
                </a:lnTo>
                <a:lnTo>
                  <a:pt x="89519" y="4316161"/>
                </a:lnTo>
                <a:lnTo>
                  <a:pt x="98110" y="4362128"/>
                </a:lnTo>
                <a:lnTo>
                  <a:pt x="107082" y="4407960"/>
                </a:lnTo>
                <a:lnTo>
                  <a:pt x="116432" y="4453655"/>
                </a:lnTo>
                <a:lnTo>
                  <a:pt x="126160" y="4499212"/>
                </a:lnTo>
                <a:lnTo>
                  <a:pt x="136262" y="4544629"/>
                </a:lnTo>
                <a:lnTo>
                  <a:pt x="146739" y="4589904"/>
                </a:lnTo>
                <a:lnTo>
                  <a:pt x="157587" y="4635035"/>
                </a:lnTo>
                <a:lnTo>
                  <a:pt x="168806" y="4680021"/>
                </a:lnTo>
                <a:lnTo>
                  <a:pt x="180392" y="4724859"/>
                </a:lnTo>
                <a:lnTo>
                  <a:pt x="192346" y="4769549"/>
                </a:lnTo>
                <a:lnTo>
                  <a:pt x="204665" y="4814089"/>
                </a:lnTo>
                <a:lnTo>
                  <a:pt x="217347" y="4858476"/>
                </a:lnTo>
                <a:lnTo>
                  <a:pt x="230391" y="4902710"/>
                </a:lnTo>
                <a:lnTo>
                  <a:pt x="243795" y="4946788"/>
                </a:lnTo>
                <a:lnTo>
                  <a:pt x="257557" y="4990709"/>
                </a:lnTo>
                <a:lnTo>
                  <a:pt x="271676" y="5034471"/>
                </a:lnTo>
                <a:lnTo>
                  <a:pt x="286150" y="5078072"/>
                </a:lnTo>
                <a:lnTo>
                  <a:pt x="300977" y="5121511"/>
                </a:lnTo>
                <a:lnTo>
                  <a:pt x="316155" y="5164785"/>
                </a:lnTo>
                <a:lnTo>
                  <a:pt x="331683" y="5207894"/>
                </a:lnTo>
                <a:lnTo>
                  <a:pt x="347559" y="5250836"/>
                </a:lnTo>
                <a:lnTo>
                  <a:pt x="363782" y="5293608"/>
                </a:lnTo>
                <a:lnTo>
                  <a:pt x="380349" y="5336210"/>
                </a:lnTo>
                <a:lnTo>
                  <a:pt x="397259" y="5378639"/>
                </a:lnTo>
                <a:lnTo>
                  <a:pt x="414510" y="5420893"/>
                </a:lnTo>
                <a:lnTo>
                  <a:pt x="432101" y="5462972"/>
                </a:lnTo>
                <a:lnTo>
                  <a:pt x="450030" y="5504873"/>
                </a:lnTo>
                <a:lnTo>
                  <a:pt x="468295" y="5546594"/>
                </a:lnTo>
                <a:lnTo>
                  <a:pt x="486894" y="5588135"/>
                </a:lnTo>
                <a:lnTo>
                  <a:pt x="505826" y="5629492"/>
                </a:lnTo>
                <a:lnTo>
                  <a:pt x="525089" y="5670665"/>
                </a:lnTo>
                <a:lnTo>
                  <a:pt x="544681" y="5711652"/>
                </a:lnTo>
                <a:lnTo>
                  <a:pt x="564601" y="5752451"/>
                </a:lnTo>
                <a:lnTo>
                  <a:pt x="584847" y="5793061"/>
                </a:lnTo>
                <a:lnTo>
                  <a:pt x="605417" y="5833479"/>
                </a:lnTo>
                <a:lnTo>
                  <a:pt x="626310" y="5873704"/>
                </a:lnTo>
                <a:lnTo>
                  <a:pt x="647523" y="5913734"/>
                </a:lnTo>
                <a:lnTo>
                  <a:pt x="669056" y="5953568"/>
                </a:lnTo>
                <a:lnTo>
                  <a:pt x="690906" y="5993204"/>
                </a:lnTo>
                <a:lnTo>
                  <a:pt x="713071" y="6032639"/>
                </a:lnTo>
                <a:lnTo>
                  <a:pt x="735551" y="6071874"/>
                </a:lnTo>
                <a:lnTo>
                  <a:pt x="758342" y="6110905"/>
                </a:lnTo>
                <a:lnTo>
                  <a:pt x="781445" y="6149731"/>
                </a:lnTo>
                <a:lnTo>
                  <a:pt x="804856" y="6188350"/>
                </a:lnTo>
                <a:lnTo>
                  <a:pt x="828575" y="6226762"/>
                </a:lnTo>
                <a:lnTo>
                  <a:pt x="852599" y="6264963"/>
                </a:lnTo>
                <a:lnTo>
                  <a:pt x="876926" y="6302952"/>
                </a:lnTo>
                <a:lnTo>
                  <a:pt x="901556" y="6340728"/>
                </a:lnTo>
                <a:lnTo>
                  <a:pt x="926486" y="6378288"/>
                </a:lnTo>
                <a:lnTo>
                  <a:pt x="951715" y="6415632"/>
                </a:lnTo>
                <a:lnTo>
                  <a:pt x="977241" y="6452757"/>
                </a:lnTo>
                <a:lnTo>
                  <a:pt x="1003062" y="6489662"/>
                </a:lnTo>
                <a:lnTo>
                  <a:pt x="1029176" y="6526345"/>
                </a:lnTo>
                <a:lnTo>
                  <a:pt x="1055582" y="6562804"/>
                </a:lnTo>
                <a:lnTo>
                  <a:pt x="1082279" y="6599038"/>
                </a:lnTo>
                <a:lnTo>
                  <a:pt x="1109264" y="6635045"/>
                </a:lnTo>
                <a:lnTo>
                  <a:pt x="1117092" y="6645314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023" rIns="0" bIns="0" rtlCol="0" vert="horz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IMPLEMENTATION</a:t>
            </a:r>
            <a:r>
              <a:rPr dirty="0" spc="-204"/>
              <a:t> </a:t>
            </a:r>
            <a:r>
              <a:rPr dirty="0" spc="-10"/>
              <a:t>SCREENSHOTS</a:t>
            </a: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9" y="1648967"/>
            <a:ext cx="14447519" cy="69890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7321295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17498" y="7549388"/>
            <a:ext cx="248285" cy="4387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700" spc="215">
                <a:solidFill>
                  <a:srgbClr val="FFFDFD"/>
                </a:solidFill>
                <a:latin typeface="Tahoma"/>
                <a:cs typeface="Tahoma"/>
              </a:rPr>
              <a:t>9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55293" y="3426967"/>
            <a:ext cx="15811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8" y="4396"/>
                </a:lnTo>
                <a:lnTo>
                  <a:pt x="164707" y="17071"/>
                </a:lnTo>
                <a:lnTo>
                  <a:pt x="125295" y="37253"/>
                </a:lnTo>
                <a:lnTo>
                  <a:pt x="89987" y="64171"/>
                </a:lnTo>
                <a:lnTo>
                  <a:pt x="59496" y="97053"/>
                </a:lnTo>
                <a:lnTo>
                  <a:pt x="34538" y="135128"/>
                </a:lnTo>
                <a:lnTo>
                  <a:pt x="15826" y="177624"/>
                </a:lnTo>
                <a:lnTo>
                  <a:pt x="4075" y="223770"/>
                </a:lnTo>
                <a:lnTo>
                  <a:pt x="0" y="272796"/>
                </a:lnTo>
                <a:lnTo>
                  <a:pt x="4075" y="321821"/>
                </a:lnTo>
                <a:lnTo>
                  <a:pt x="15826" y="367967"/>
                </a:lnTo>
                <a:lnTo>
                  <a:pt x="34538" y="410463"/>
                </a:lnTo>
                <a:lnTo>
                  <a:pt x="59496" y="448538"/>
                </a:lnTo>
                <a:lnTo>
                  <a:pt x="89987" y="481420"/>
                </a:lnTo>
                <a:lnTo>
                  <a:pt x="125295" y="508338"/>
                </a:lnTo>
                <a:lnTo>
                  <a:pt x="164707" y="528520"/>
                </a:lnTo>
                <a:lnTo>
                  <a:pt x="207508" y="541195"/>
                </a:lnTo>
                <a:lnTo>
                  <a:pt x="252984" y="545592"/>
                </a:lnTo>
                <a:lnTo>
                  <a:pt x="298453" y="541195"/>
                </a:lnTo>
                <a:lnTo>
                  <a:pt x="341250" y="528520"/>
                </a:lnTo>
                <a:lnTo>
                  <a:pt x="380661" y="508338"/>
                </a:lnTo>
                <a:lnTo>
                  <a:pt x="415970" y="481420"/>
                </a:lnTo>
                <a:lnTo>
                  <a:pt x="446463" y="448538"/>
                </a:lnTo>
                <a:lnTo>
                  <a:pt x="471423" y="410463"/>
                </a:lnTo>
                <a:lnTo>
                  <a:pt x="490138" y="367967"/>
                </a:lnTo>
                <a:lnTo>
                  <a:pt x="501891" y="321821"/>
                </a:lnTo>
                <a:lnTo>
                  <a:pt x="505968" y="272796"/>
                </a:lnTo>
                <a:lnTo>
                  <a:pt x="501891" y="223770"/>
                </a:lnTo>
                <a:lnTo>
                  <a:pt x="490138" y="177624"/>
                </a:lnTo>
                <a:lnTo>
                  <a:pt x="471424" y="135128"/>
                </a:lnTo>
                <a:lnTo>
                  <a:pt x="446463" y="97053"/>
                </a:lnTo>
                <a:lnTo>
                  <a:pt x="415970" y="64171"/>
                </a:lnTo>
                <a:lnTo>
                  <a:pt x="380661" y="37253"/>
                </a:lnTo>
                <a:lnTo>
                  <a:pt x="341250" y="17071"/>
                </a:lnTo>
                <a:lnTo>
                  <a:pt x="298453" y="4396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55293" y="2093213"/>
            <a:ext cx="10287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75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55293" y="4094733"/>
            <a:ext cx="1708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6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4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55293" y="2759201"/>
            <a:ext cx="15557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4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1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1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55293" y="5430392"/>
            <a:ext cx="16573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55293" y="4762626"/>
            <a:ext cx="1581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6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1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3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1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55293" y="6098285"/>
            <a:ext cx="15494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3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9932" y="665530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8" y="4369"/>
                </a:lnTo>
                <a:lnTo>
                  <a:pt x="164707" y="16966"/>
                </a:lnTo>
                <a:lnTo>
                  <a:pt x="125295" y="37027"/>
                </a:lnTo>
                <a:lnTo>
                  <a:pt x="89987" y="63786"/>
                </a:lnTo>
                <a:lnTo>
                  <a:pt x="59496" y="96478"/>
                </a:lnTo>
                <a:lnTo>
                  <a:pt x="34538" y="134337"/>
                </a:lnTo>
                <a:lnTo>
                  <a:pt x="15826" y="176600"/>
                </a:lnTo>
                <a:lnTo>
                  <a:pt x="4075" y="222499"/>
                </a:lnTo>
                <a:lnTo>
                  <a:pt x="0" y="271272"/>
                </a:lnTo>
                <a:lnTo>
                  <a:pt x="4075" y="320044"/>
                </a:lnTo>
                <a:lnTo>
                  <a:pt x="15826" y="365943"/>
                </a:lnTo>
                <a:lnTo>
                  <a:pt x="34538" y="408206"/>
                </a:lnTo>
                <a:lnTo>
                  <a:pt x="59496" y="446065"/>
                </a:lnTo>
                <a:lnTo>
                  <a:pt x="89987" y="478757"/>
                </a:lnTo>
                <a:lnTo>
                  <a:pt x="125295" y="505516"/>
                </a:lnTo>
                <a:lnTo>
                  <a:pt x="164707" y="525577"/>
                </a:lnTo>
                <a:lnTo>
                  <a:pt x="207508" y="538174"/>
                </a:lnTo>
                <a:lnTo>
                  <a:pt x="252984" y="542544"/>
                </a:lnTo>
                <a:lnTo>
                  <a:pt x="298453" y="538174"/>
                </a:lnTo>
                <a:lnTo>
                  <a:pt x="341250" y="525577"/>
                </a:lnTo>
                <a:lnTo>
                  <a:pt x="380661" y="505516"/>
                </a:lnTo>
                <a:lnTo>
                  <a:pt x="415970" y="478757"/>
                </a:lnTo>
                <a:lnTo>
                  <a:pt x="446463" y="446065"/>
                </a:lnTo>
                <a:lnTo>
                  <a:pt x="471423" y="408206"/>
                </a:lnTo>
                <a:lnTo>
                  <a:pt x="490138" y="365943"/>
                </a:lnTo>
                <a:lnTo>
                  <a:pt x="501891" y="320044"/>
                </a:lnTo>
                <a:lnTo>
                  <a:pt x="505968" y="271272"/>
                </a:lnTo>
                <a:lnTo>
                  <a:pt x="501891" y="222499"/>
                </a:lnTo>
                <a:lnTo>
                  <a:pt x="490138" y="176600"/>
                </a:lnTo>
                <a:lnTo>
                  <a:pt x="471424" y="134337"/>
                </a:lnTo>
                <a:lnTo>
                  <a:pt x="446463" y="96478"/>
                </a:lnTo>
                <a:lnTo>
                  <a:pt x="415970" y="63786"/>
                </a:lnTo>
                <a:lnTo>
                  <a:pt x="380661" y="37027"/>
                </a:lnTo>
                <a:lnTo>
                  <a:pt x="341250" y="16966"/>
                </a:lnTo>
                <a:lnTo>
                  <a:pt x="298453" y="4369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155293" y="6766052"/>
            <a:ext cx="16192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95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312895" y="1030224"/>
            <a:ext cx="2284730" cy="8199120"/>
            <a:chOff x="16312895" y="1030224"/>
            <a:chExt cx="2284730" cy="819912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12895" y="1030224"/>
              <a:ext cx="947928" cy="23469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6786859" y="1370120"/>
              <a:ext cx="1501140" cy="7550150"/>
            </a:xfrm>
            <a:custGeom>
              <a:avLst/>
              <a:gdLst/>
              <a:ahLst/>
              <a:cxnLst/>
              <a:rect l="l" t="t" r="r" b="b"/>
              <a:pathLst>
                <a:path w="1501140" h="7550150">
                  <a:moveTo>
                    <a:pt x="1501140" y="0"/>
                  </a:moveTo>
                  <a:lnTo>
                    <a:pt x="1454574" y="49820"/>
                  </a:lnTo>
                  <a:lnTo>
                    <a:pt x="1424269" y="82960"/>
                  </a:lnTo>
                  <a:lnTo>
                    <a:pt x="1394232" y="116347"/>
                  </a:lnTo>
                  <a:lnTo>
                    <a:pt x="1364464" y="149980"/>
                  </a:lnTo>
                  <a:lnTo>
                    <a:pt x="1334968" y="183857"/>
                  </a:lnTo>
                  <a:lnTo>
                    <a:pt x="1305745" y="217976"/>
                  </a:lnTo>
                  <a:lnTo>
                    <a:pt x="1276796" y="252336"/>
                  </a:lnTo>
                  <a:lnTo>
                    <a:pt x="1248124" y="286935"/>
                  </a:lnTo>
                  <a:lnTo>
                    <a:pt x="1219731" y="321771"/>
                  </a:lnTo>
                  <a:lnTo>
                    <a:pt x="1191617" y="356842"/>
                  </a:lnTo>
                  <a:lnTo>
                    <a:pt x="1163784" y="392148"/>
                  </a:lnTo>
                  <a:lnTo>
                    <a:pt x="1136235" y="427686"/>
                  </a:lnTo>
                  <a:lnTo>
                    <a:pt x="1108970" y="463454"/>
                  </a:lnTo>
                  <a:lnTo>
                    <a:pt x="1081993" y="499450"/>
                  </a:lnTo>
                  <a:lnTo>
                    <a:pt x="1055303" y="535674"/>
                  </a:lnTo>
                  <a:lnTo>
                    <a:pt x="1028904" y="572124"/>
                  </a:lnTo>
                  <a:lnTo>
                    <a:pt x="1002797" y="608796"/>
                  </a:lnTo>
                  <a:lnTo>
                    <a:pt x="976983" y="645691"/>
                  </a:lnTo>
                  <a:lnTo>
                    <a:pt x="951464" y="682806"/>
                  </a:lnTo>
                  <a:lnTo>
                    <a:pt x="926242" y="720139"/>
                  </a:lnTo>
                  <a:lnTo>
                    <a:pt x="901318" y="757690"/>
                  </a:lnTo>
                  <a:lnTo>
                    <a:pt x="876695" y="795455"/>
                  </a:lnTo>
                  <a:lnTo>
                    <a:pt x="852374" y="833434"/>
                  </a:lnTo>
                  <a:lnTo>
                    <a:pt x="828356" y="871624"/>
                  </a:lnTo>
                  <a:lnTo>
                    <a:pt x="804644" y="910025"/>
                  </a:lnTo>
                  <a:lnTo>
                    <a:pt x="781239" y="948634"/>
                  </a:lnTo>
                  <a:lnTo>
                    <a:pt x="758143" y="987449"/>
                  </a:lnTo>
                  <a:lnTo>
                    <a:pt x="735357" y="1026469"/>
                  </a:lnTo>
                  <a:lnTo>
                    <a:pt x="712884" y="1065693"/>
                  </a:lnTo>
                  <a:lnTo>
                    <a:pt x="690724" y="1105118"/>
                  </a:lnTo>
                  <a:lnTo>
                    <a:pt x="668880" y="1144742"/>
                  </a:lnTo>
                  <a:lnTo>
                    <a:pt x="647353" y="1184565"/>
                  </a:lnTo>
                  <a:lnTo>
                    <a:pt x="626145" y="1224584"/>
                  </a:lnTo>
                  <a:lnTo>
                    <a:pt x="605258" y="1264798"/>
                  </a:lnTo>
                  <a:lnTo>
                    <a:pt x="584694" y="1305205"/>
                  </a:lnTo>
                  <a:lnTo>
                    <a:pt x="564453" y="1345803"/>
                  </a:lnTo>
                  <a:lnTo>
                    <a:pt x="544538" y="1386591"/>
                  </a:lnTo>
                  <a:lnTo>
                    <a:pt x="524951" y="1427566"/>
                  </a:lnTo>
                  <a:lnTo>
                    <a:pt x="505693" y="1468728"/>
                  </a:lnTo>
                  <a:lnTo>
                    <a:pt x="486766" y="1510074"/>
                  </a:lnTo>
                  <a:lnTo>
                    <a:pt x="468172" y="1551602"/>
                  </a:lnTo>
                  <a:lnTo>
                    <a:pt x="449912" y="1593312"/>
                  </a:lnTo>
                  <a:lnTo>
                    <a:pt x="431988" y="1635201"/>
                  </a:lnTo>
                  <a:lnTo>
                    <a:pt x="414402" y="1677268"/>
                  </a:lnTo>
                  <a:lnTo>
                    <a:pt x="397155" y="1719511"/>
                  </a:lnTo>
                  <a:lnTo>
                    <a:pt x="380249" y="1761928"/>
                  </a:lnTo>
                  <a:lnTo>
                    <a:pt x="363687" y="1804517"/>
                  </a:lnTo>
                  <a:lnTo>
                    <a:pt x="347468" y="1847278"/>
                  </a:lnTo>
                  <a:lnTo>
                    <a:pt x="331596" y="1890207"/>
                  </a:lnTo>
                  <a:lnTo>
                    <a:pt x="316072" y="1933304"/>
                  </a:lnTo>
                  <a:lnTo>
                    <a:pt x="300898" y="1976567"/>
                  </a:lnTo>
                  <a:lnTo>
                    <a:pt x="286075" y="2019993"/>
                  </a:lnTo>
                  <a:lnTo>
                    <a:pt x="271605" y="2063582"/>
                  </a:lnTo>
                  <a:lnTo>
                    <a:pt x="257490" y="2107331"/>
                  </a:lnTo>
                  <a:lnTo>
                    <a:pt x="243732" y="2151240"/>
                  </a:lnTo>
                  <a:lnTo>
                    <a:pt x="230331" y="2195305"/>
                  </a:lnTo>
                  <a:lnTo>
                    <a:pt x="217291" y="2239526"/>
                  </a:lnTo>
                  <a:lnTo>
                    <a:pt x="204612" y="2283901"/>
                  </a:lnTo>
                  <a:lnTo>
                    <a:pt x="192296" y="2328428"/>
                  </a:lnTo>
                  <a:lnTo>
                    <a:pt x="180346" y="2373105"/>
                  </a:lnTo>
                  <a:lnTo>
                    <a:pt x="168762" y="2417931"/>
                  </a:lnTo>
                  <a:lnTo>
                    <a:pt x="157546" y="2462904"/>
                  </a:lnTo>
                  <a:lnTo>
                    <a:pt x="146701" y="2508023"/>
                  </a:lnTo>
                  <a:lnTo>
                    <a:pt x="136227" y="2553284"/>
                  </a:lnTo>
                  <a:lnTo>
                    <a:pt x="126127" y="2598688"/>
                  </a:lnTo>
                  <a:lnTo>
                    <a:pt x="116402" y="2644232"/>
                  </a:lnTo>
                  <a:lnTo>
                    <a:pt x="107054" y="2689914"/>
                  </a:lnTo>
                  <a:lnTo>
                    <a:pt x="98085" y="2735733"/>
                  </a:lnTo>
                  <a:lnTo>
                    <a:pt x="89496" y="2781687"/>
                  </a:lnTo>
                  <a:lnTo>
                    <a:pt x="81289" y="2827775"/>
                  </a:lnTo>
                  <a:lnTo>
                    <a:pt x="73466" y="2873994"/>
                  </a:lnTo>
                  <a:lnTo>
                    <a:pt x="66028" y="2920343"/>
                  </a:lnTo>
                  <a:lnTo>
                    <a:pt x="58977" y="2966820"/>
                  </a:lnTo>
                  <a:lnTo>
                    <a:pt x="52315" y="3013424"/>
                  </a:lnTo>
                  <a:lnTo>
                    <a:pt x="46044" y="3060152"/>
                  </a:lnTo>
                  <a:lnTo>
                    <a:pt x="40165" y="3107004"/>
                  </a:lnTo>
                  <a:lnTo>
                    <a:pt x="34680" y="3153977"/>
                  </a:lnTo>
                  <a:lnTo>
                    <a:pt x="29591" y="3201070"/>
                  </a:lnTo>
                  <a:lnTo>
                    <a:pt x="24899" y="3248281"/>
                  </a:lnTo>
                  <a:lnTo>
                    <a:pt x="20606" y="3295608"/>
                  </a:lnTo>
                  <a:lnTo>
                    <a:pt x="16714" y="3343050"/>
                  </a:lnTo>
                  <a:lnTo>
                    <a:pt x="13224" y="3390605"/>
                  </a:lnTo>
                  <a:lnTo>
                    <a:pt x="10138" y="3438271"/>
                  </a:lnTo>
                  <a:lnTo>
                    <a:pt x="7459" y="3486046"/>
                  </a:lnTo>
                  <a:lnTo>
                    <a:pt x="5187" y="3533930"/>
                  </a:lnTo>
                  <a:lnTo>
                    <a:pt x="3324" y="3581919"/>
                  </a:lnTo>
                  <a:lnTo>
                    <a:pt x="1872" y="3630013"/>
                  </a:lnTo>
                  <a:lnTo>
                    <a:pt x="833" y="3678209"/>
                  </a:lnTo>
                  <a:lnTo>
                    <a:pt x="208" y="3726507"/>
                  </a:lnTo>
                  <a:lnTo>
                    <a:pt x="0" y="3774903"/>
                  </a:lnTo>
                  <a:lnTo>
                    <a:pt x="208" y="3823300"/>
                  </a:lnTo>
                  <a:lnTo>
                    <a:pt x="833" y="3871597"/>
                  </a:lnTo>
                  <a:lnTo>
                    <a:pt x="1872" y="3919794"/>
                  </a:lnTo>
                  <a:lnTo>
                    <a:pt x="3324" y="3967888"/>
                  </a:lnTo>
                  <a:lnTo>
                    <a:pt x="5187" y="4015877"/>
                  </a:lnTo>
                  <a:lnTo>
                    <a:pt x="7459" y="4063760"/>
                  </a:lnTo>
                  <a:lnTo>
                    <a:pt x="10138" y="4111536"/>
                  </a:lnTo>
                  <a:lnTo>
                    <a:pt x="13224" y="4159202"/>
                  </a:lnTo>
                  <a:lnTo>
                    <a:pt x="16714" y="4206756"/>
                  </a:lnTo>
                  <a:lnTo>
                    <a:pt x="20606" y="4254198"/>
                  </a:lnTo>
                  <a:lnTo>
                    <a:pt x="24899" y="4301525"/>
                  </a:lnTo>
                  <a:lnTo>
                    <a:pt x="29591" y="4348736"/>
                  </a:lnTo>
                  <a:lnTo>
                    <a:pt x="34680" y="4395829"/>
                  </a:lnTo>
                  <a:lnTo>
                    <a:pt x="40165" y="4442802"/>
                  </a:lnTo>
                  <a:lnTo>
                    <a:pt x="46044" y="4489654"/>
                  </a:lnTo>
                  <a:lnTo>
                    <a:pt x="52315" y="4536383"/>
                  </a:lnTo>
                  <a:lnTo>
                    <a:pt x="58977" y="4582987"/>
                  </a:lnTo>
                  <a:lnTo>
                    <a:pt x="66028" y="4629464"/>
                  </a:lnTo>
                  <a:lnTo>
                    <a:pt x="73466" y="4675813"/>
                  </a:lnTo>
                  <a:lnTo>
                    <a:pt x="81289" y="4722032"/>
                  </a:lnTo>
                  <a:lnTo>
                    <a:pt x="89496" y="4768119"/>
                  </a:lnTo>
                  <a:lnTo>
                    <a:pt x="98085" y="4814074"/>
                  </a:lnTo>
                  <a:lnTo>
                    <a:pt x="107054" y="4859893"/>
                  </a:lnTo>
                  <a:lnTo>
                    <a:pt x="116402" y="4905575"/>
                  </a:lnTo>
                  <a:lnTo>
                    <a:pt x="126127" y="4951119"/>
                  </a:lnTo>
                  <a:lnTo>
                    <a:pt x="136227" y="4996522"/>
                  </a:lnTo>
                  <a:lnTo>
                    <a:pt x="146701" y="5041784"/>
                  </a:lnTo>
                  <a:lnTo>
                    <a:pt x="157546" y="5086902"/>
                  </a:lnTo>
                  <a:lnTo>
                    <a:pt x="168762" y="5131875"/>
                  </a:lnTo>
                  <a:lnTo>
                    <a:pt x="180346" y="5176701"/>
                  </a:lnTo>
                  <a:lnTo>
                    <a:pt x="192296" y="5221379"/>
                  </a:lnTo>
                  <a:lnTo>
                    <a:pt x="204612" y="5265905"/>
                  </a:lnTo>
                  <a:lnTo>
                    <a:pt x="217291" y="5310280"/>
                  </a:lnTo>
                  <a:lnTo>
                    <a:pt x="230331" y="5354501"/>
                  </a:lnTo>
                  <a:lnTo>
                    <a:pt x="243732" y="5398567"/>
                  </a:lnTo>
                  <a:lnTo>
                    <a:pt x="257490" y="5442475"/>
                  </a:lnTo>
                  <a:lnTo>
                    <a:pt x="271605" y="5486225"/>
                  </a:lnTo>
                  <a:lnTo>
                    <a:pt x="286075" y="5529814"/>
                  </a:lnTo>
                  <a:lnTo>
                    <a:pt x="300898" y="5573240"/>
                  </a:lnTo>
                  <a:lnTo>
                    <a:pt x="316072" y="5616503"/>
                  </a:lnTo>
                  <a:lnTo>
                    <a:pt x="331596" y="5659600"/>
                  </a:lnTo>
                  <a:lnTo>
                    <a:pt x="347468" y="5702529"/>
                  </a:lnTo>
                  <a:lnTo>
                    <a:pt x="363687" y="5745289"/>
                  </a:lnTo>
                  <a:lnTo>
                    <a:pt x="380249" y="5787879"/>
                  </a:lnTo>
                  <a:lnTo>
                    <a:pt x="397155" y="5830296"/>
                  </a:lnTo>
                  <a:lnTo>
                    <a:pt x="414402" y="5872539"/>
                  </a:lnTo>
                  <a:lnTo>
                    <a:pt x="431988" y="5914605"/>
                  </a:lnTo>
                  <a:lnTo>
                    <a:pt x="449912" y="5956494"/>
                  </a:lnTo>
                  <a:lnTo>
                    <a:pt x="468172" y="5998204"/>
                  </a:lnTo>
                  <a:lnTo>
                    <a:pt x="486766" y="6039733"/>
                  </a:lnTo>
                  <a:lnTo>
                    <a:pt x="505693" y="6081079"/>
                  </a:lnTo>
                  <a:lnTo>
                    <a:pt x="524951" y="6122241"/>
                  </a:lnTo>
                  <a:lnTo>
                    <a:pt x="544538" y="6163216"/>
                  </a:lnTo>
                  <a:lnTo>
                    <a:pt x="564453" y="6204004"/>
                  </a:lnTo>
                  <a:lnTo>
                    <a:pt x="584694" y="6244602"/>
                  </a:lnTo>
                  <a:lnTo>
                    <a:pt x="605258" y="6285009"/>
                  </a:lnTo>
                  <a:lnTo>
                    <a:pt x="626145" y="6325222"/>
                  </a:lnTo>
                  <a:lnTo>
                    <a:pt x="647353" y="6365242"/>
                  </a:lnTo>
                  <a:lnTo>
                    <a:pt x="668880" y="6405064"/>
                  </a:lnTo>
                  <a:lnTo>
                    <a:pt x="690724" y="6444689"/>
                  </a:lnTo>
                  <a:lnTo>
                    <a:pt x="712884" y="6484114"/>
                  </a:lnTo>
                  <a:lnTo>
                    <a:pt x="735357" y="6523337"/>
                  </a:lnTo>
                  <a:lnTo>
                    <a:pt x="758143" y="6562358"/>
                  </a:lnTo>
                  <a:lnTo>
                    <a:pt x="781239" y="6601173"/>
                  </a:lnTo>
                  <a:lnTo>
                    <a:pt x="804644" y="6639782"/>
                  </a:lnTo>
                  <a:lnTo>
                    <a:pt x="828356" y="6678182"/>
                  </a:lnTo>
                  <a:lnTo>
                    <a:pt x="852374" y="6716373"/>
                  </a:lnTo>
                  <a:lnTo>
                    <a:pt x="876695" y="6754352"/>
                  </a:lnTo>
                  <a:lnTo>
                    <a:pt x="901318" y="6792117"/>
                  </a:lnTo>
                  <a:lnTo>
                    <a:pt x="926242" y="6829667"/>
                  </a:lnTo>
                  <a:lnTo>
                    <a:pt x="951464" y="6867001"/>
                  </a:lnTo>
                  <a:lnTo>
                    <a:pt x="976983" y="6904116"/>
                  </a:lnTo>
                  <a:lnTo>
                    <a:pt x="1002797" y="6941010"/>
                  </a:lnTo>
                  <a:lnTo>
                    <a:pt x="1028904" y="6977683"/>
                  </a:lnTo>
                  <a:lnTo>
                    <a:pt x="1055303" y="7014132"/>
                  </a:lnTo>
                  <a:lnTo>
                    <a:pt x="1081993" y="7050356"/>
                  </a:lnTo>
                  <a:lnTo>
                    <a:pt x="1108970" y="7086353"/>
                  </a:lnTo>
                  <a:lnTo>
                    <a:pt x="1136235" y="7122121"/>
                  </a:lnTo>
                  <a:lnTo>
                    <a:pt x="1163784" y="7157659"/>
                  </a:lnTo>
                  <a:lnTo>
                    <a:pt x="1191617" y="7192964"/>
                  </a:lnTo>
                  <a:lnTo>
                    <a:pt x="1219731" y="7228036"/>
                  </a:lnTo>
                  <a:lnTo>
                    <a:pt x="1248124" y="7262872"/>
                  </a:lnTo>
                  <a:lnTo>
                    <a:pt x="1276796" y="7297471"/>
                  </a:lnTo>
                  <a:lnTo>
                    <a:pt x="1305745" y="7331831"/>
                  </a:lnTo>
                  <a:lnTo>
                    <a:pt x="1334968" y="7365950"/>
                  </a:lnTo>
                  <a:lnTo>
                    <a:pt x="1364464" y="7399827"/>
                  </a:lnTo>
                  <a:lnTo>
                    <a:pt x="1394232" y="7433460"/>
                  </a:lnTo>
                  <a:lnTo>
                    <a:pt x="1424269" y="7466847"/>
                  </a:lnTo>
                  <a:lnTo>
                    <a:pt x="1454574" y="7499987"/>
                  </a:lnTo>
                  <a:lnTo>
                    <a:pt x="1485145" y="7532877"/>
                  </a:lnTo>
                  <a:lnTo>
                    <a:pt x="1501140" y="7549807"/>
                  </a:lnTo>
                </a:path>
              </a:pathLst>
            </a:custGeom>
            <a:ln w="618744">
              <a:solidFill>
                <a:srgbClr val="FC61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53465">
              <a:lnSpc>
                <a:spcPct val="100000"/>
              </a:lnSpc>
              <a:spcBef>
                <a:spcPts val="100"/>
              </a:spcBef>
            </a:pPr>
            <a:r>
              <a:rPr dirty="0" spc="25"/>
              <a:t>A</a:t>
            </a:r>
            <a:r>
              <a:rPr dirty="0"/>
              <a:t>D</a:t>
            </a:r>
            <a:r>
              <a:rPr dirty="0" spc="-610"/>
              <a:t>V</a:t>
            </a:r>
            <a:r>
              <a:rPr dirty="0" spc="25"/>
              <a:t>A</a:t>
            </a:r>
            <a:r>
              <a:rPr dirty="0"/>
              <a:t>N</a:t>
            </a:r>
            <a:r>
              <a:rPr dirty="0" spc="-345"/>
              <a:t>T</a:t>
            </a:r>
            <a:r>
              <a:rPr dirty="0" spc="25"/>
              <a:t>AG</a:t>
            </a:r>
            <a:r>
              <a:rPr dirty="0" spc="10"/>
              <a:t>E</a:t>
            </a:r>
            <a:r>
              <a:rPr dirty="0" spc="25"/>
              <a:t>S</a:t>
            </a:r>
            <a:r>
              <a:rPr dirty="0" spc="-85"/>
              <a:t> </a:t>
            </a:r>
            <a:r>
              <a:rPr dirty="0"/>
              <a:t>&amp;</a:t>
            </a:r>
            <a:r>
              <a:rPr dirty="0" spc="-135"/>
              <a:t> </a:t>
            </a:r>
            <a:r>
              <a:rPr dirty="0" spc="-60"/>
              <a:t>LIMITATIONS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288794" y="2073985"/>
            <a:ext cx="1845945" cy="4540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10" b="1">
                <a:solidFill>
                  <a:srgbClr val="0033CC"/>
                </a:solidFill>
                <a:latin typeface="Calibri"/>
                <a:cs typeface="Calibri"/>
              </a:rPr>
              <a:t>Advantages: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88794" y="2927985"/>
            <a:ext cx="7978140" cy="13074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5270" indent="-252729">
              <a:lnSpc>
                <a:spcPct val="100000"/>
              </a:lnSpc>
              <a:spcBef>
                <a:spcPts val="105"/>
              </a:spcBef>
              <a:buSzPct val="89285"/>
              <a:buAutoNum type="arabicPeriod"/>
              <a:tabLst>
                <a:tab pos="255270" algn="l"/>
              </a:tabLst>
            </a:pPr>
            <a:r>
              <a:rPr dirty="0" sz="2800">
                <a:latin typeface="Calibri"/>
                <a:cs typeface="Calibri"/>
              </a:rPr>
              <a:t>Time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saving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Fully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Automated.</a:t>
            </a:r>
            <a:endParaRPr sz="2800">
              <a:latin typeface="Calibri"/>
              <a:cs typeface="Calibri"/>
            </a:endParaRPr>
          </a:p>
          <a:p>
            <a:pPr marL="365760" indent="-353060">
              <a:lnSpc>
                <a:spcPct val="100000"/>
              </a:lnSpc>
              <a:buSzPct val="89285"/>
              <a:buAutoNum type="arabicPeriod"/>
              <a:tabLst>
                <a:tab pos="365760" algn="l"/>
              </a:tabLst>
            </a:pPr>
            <a:r>
              <a:rPr dirty="0" sz="2800" spc="-10">
                <a:latin typeface="Calibri"/>
                <a:cs typeface="Calibri"/>
              </a:rPr>
              <a:t>Real-</a:t>
            </a:r>
            <a:r>
              <a:rPr dirty="0" sz="2800">
                <a:latin typeface="Calibri"/>
                <a:cs typeface="Calibri"/>
              </a:rPr>
              <a:t>time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ticket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availability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instant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confirmation.</a:t>
            </a:r>
            <a:endParaRPr sz="2800">
              <a:latin typeface="Calibri"/>
              <a:cs typeface="Calibri"/>
            </a:endParaRPr>
          </a:p>
          <a:p>
            <a:pPr marL="364490" indent="-351790">
              <a:lnSpc>
                <a:spcPct val="100000"/>
              </a:lnSpc>
              <a:spcBef>
                <a:spcPts val="5"/>
              </a:spcBef>
              <a:buSzPct val="89285"/>
              <a:buAutoNum type="arabicPeriod"/>
              <a:tabLst>
                <a:tab pos="364490" algn="l"/>
              </a:tabLst>
            </a:pPr>
            <a:r>
              <a:rPr dirty="0" sz="2800">
                <a:latin typeface="Calibri"/>
                <a:cs typeface="Calibri"/>
              </a:rPr>
              <a:t>Easy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access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user-</a:t>
            </a:r>
            <a:r>
              <a:rPr dirty="0" sz="2800">
                <a:latin typeface="Calibri"/>
                <a:cs typeface="Calibri"/>
              </a:rPr>
              <a:t>friendly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interface.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288794" y="4635500"/>
            <a:ext cx="177292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-10" b="1">
                <a:solidFill>
                  <a:srgbClr val="0033CC"/>
                </a:solidFill>
                <a:latin typeface="Calibri"/>
                <a:cs typeface="Calibri"/>
              </a:rPr>
              <a:t>Limitations: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88794" y="5488635"/>
            <a:ext cx="9174480" cy="17348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65760" indent="-353060">
              <a:lnSpc>
                <a:spcPct val="100000"/>
              </a:lnSpc>
              <a:spcBef>
                <a:spcPts val="110"/>
              </a:spcBef>
              <a:buSzPct val="98214"/>
              <a:buAutoNum type="arabicPeriod"/>
              <a:tabLst>
                <a:tab pos="365760" algn="l"/>
              </a:tabLst>
            </a:pPr>
            <a:r>
              <a:rPr dirty="0" sz="2800">
                <a:latin typeface="Calibri"/>
                <a:cs typeface="Calibri"/>
              </a:rPr>
              <a:t>Initial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setup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development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complexity.</a:t>
            </a:r>
            <a:endParaRPr sz="2800">
              <a:latin typeface="Calibri"/>
              <a:cs typeface="Calibri"/>
            </a:endParaRPr>
          </a:p>
          <a:p>
            <a:pPr marL="281940" indent="-279400">
              <a:lnSpc>
                <a:spcPct val="100000"/>
              </a:lnSpc>
              <a:buSzPct val="98214"/>
              <a:buAutoNum type="arabicPeriod"/>
              <a:tabLst>
                <a:tab pos="281940" algn="l"/>
              </a:tabLst>
            </a:pPr>
            <a:r>
              <a:rPr dirty="0" sz="2800">
                <a:latin typeface="Calibri"/>
                <a:cs typeface="Calibri"/>
              </a:rPr>
              <a:t>Internet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Dependency(Stable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Internet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connection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Required).</a:t>
            </a:r>
            <a:endParaRPr sz="2800">
              <a:latin typeface="Calibri"/>
              <a:cs typeface="Calibri"/>
            </a:endParaRPr>
          </a:p>
          <a:p>
            <a:pPr marL="282575" indent="-279400">
              <a:lnSpc>
                <a:spcPct val="100000"/>
              </a:lnSpc>
              <a:buSzPct val="98214"/>
              <a:buAutoNum type="arabicPeriod"/>
              <a:tabLst>
                <a:tab pos="282575" algn="l"/>
              </a:tabLst>
            </a:pPr>
            <a:r>
              <a:rPr dirty="0" sz="2800">
                <a:latin typeface="Calibri"/>
                <a:cs typeface="Calibri"/>
              </a:rPr>
              <a:t>Security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Malpractice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Issues.</a:t>
            </a:r>
            <a:endParaRPr sz="2800">
              <a:latin typeface="Calibri"/>
              <a:cs typeface="Calibri"/>
            </a:endParaRPr>
          </a:p>
          <a:p>
            <a:pPr marL="364490" indent="-351790">
              <a:lnSpc>
                <a:spcPct val="100000"/>
              </a:lnSpc>
              <a:spcBef>
                <a:spcPts val="5"/>
              </a:spcBef>
              <a:buSzPct val="98214"/>
              <a:buAutoNum type="arabicPeriod"/>
              <a:tabLst>
                <a:tab pos="364490" algn="l"/>
              </a:tabLst>
            </a:pPr>
            <a:r>
              <a:rPr dirty="0" sz="2800">
                <a:latin typeface="Calibri"/>
                <a:cs typeface="Calibri"/>
              </a:rPr>
              <a:t>Depends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system/server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availability.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78984" y="4029964"/>
            <a:ext cx="7401559" cy="1726564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150" spc="195" i="1">
                <a:solidFill>
                  <a:srgbClr val="181818"/>
                </a:solidFill>
                <a:latin typeface="Trebuchet MS"/>
                <a:cs typeface="Trebuchet MS"/>
              </a:rPr>
              <a:t>Thank</a:t>
            </a:r>
            <a:r>
              <a:rPr dirty="0" sz="11150" spc="-10" i="1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dirty="0" sz="11150" spc="570" i="1">
                <a:solidFill>
                  <a:srgbClr val="181818"/>
                </a:solidFill>
                <a:latin typeface="Trebuchet MS"/>
                <a:cs typeface="Trebuchet MS"/>
              </a:rPr>
              <a:t>you</a:t>
            </a:r>
            <a:endParaRPr sz="11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2026-04-21T08:12:19Z</dcterms:created>
  <dcterms:modified xsi:type="dcterms:W3CDTF">2026-04-21T08:12:19Z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2026-04-20T00:00:00Z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2026-04-21T00:00:00Z</vt:filetime>
  </property>
  <property fmtid="{D5CDD505-2E9C-101B-9397-08002B2CF9AE}" pid="6" name="Producer">
    <vt:lpwstr>iLovePDF</vt:lpwstr>
  </property>
</Properties>
</file>